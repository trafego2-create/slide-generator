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39"/>
  </p:notesMasterIdLst>
  <p:sldIdLst>
    <p:sldId id="268" r:id="rId2"/>
    <p:sldId id="256" r:id="rId3"/>
    <p:sldId id="291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57" userDrawn="1">
          <p15:clr>
            <a:srgbClr val="A4A3A4"/>
          </p15:clr>
        </p15:guide>
        <p15:guide id="2" pos="7423" userDrawn="1">
          <p15:clr>
            <a:srgbClr val="A4A3A4"/>
          </p15:clr>
        </p15:guide>
        <p15:guide id="3" orient="horz" pos="640" userDrawn="1">
          <p15:clr>
            <a:srgbClr val="A4A3A4"/>
          </p15:clr>
        </p15:guide>
        <p15:guide id="4" orient="horz" pos="388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ivo - Aprovasim" initials="AA" lastIdx="1" clrIdx="0">
    <p:extLst>
      <p:ext uri="{19B8F6BF-5375-455C-9EA6-DF929625EA0E}">
        <p15:presenceInfo xmlns:p15="http://schemas.microsoft.com/office/powerpoint/2012/main" userId="456e7a917211350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C4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Estilo Médio 3 - Ênfas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Estilo Escuro 2 - Ênfase 1/Ênfas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49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00" y="102"/>
      </p:cViewPr>
      <p:guideLst>
        <p:guide pos="257"/>
        <p:guide pos="7423"/>
        <p:guide orient="horz" pos="640"/>
        <p:guide orient="horz" pos="388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4.xml"/><Relationship Id="rId139" Type="http://schemas.openxmlformats.org/officeDocument/2006/relationships/notesMaster" Target="notesMasters/notesMaster1.xml"/><Relationship Id="rId140" Type="http://schemas.openxmlformats.org/officeDocument/2006/relationships/commentAuthors" Target="commentAuthors.xml"/><Relationship Id="rId141" Type="http://schemas.openxmlformats.org/officeDocument/2006/relationships/presProps" Target="presProps.xml"/><Relationship Id="rId142" Type="http://schemas.openxmlformats.org/officeDocument/2006/relationships/viewProps" Target="viewProps.xml"/><Relationship Id="rId143" Type="http://schemas.openxmlformats.org/officeDocument/2006/relationships/theme" Target="theme/theme1.xml"/><Relationship Id="rId144" Type="http://schemas.openxmlformats.org/officeDocument/2006/relationships/tableStyles" Target="tableStyles.xml"/><Relationship Id="rId14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agramador@aprovasim.com" userId="08c27f4fd777aeb1" providerId="LiveId" clId="{6DA82D89-F719-4B18-ABAA-0D43E56AF532}"/>
    <pc:docChg chg="undo custSel addSld delSld modSld sldOrd">
      <pc:chgData name="diagramador@aprovasim.com" userId="08c27f4fd777aeb1" providerId="LiveId" clId="{6DA82D89-F719-4B18-ABAA-0D43E56AF532}" dt="2026-02-09T14:43:51.825" v="767" actId="20577"/>
      <pc:docMkLst>
        <pc:docMk/>
      </pc:docMkLst>
      <pc:sldChg chg="delSp modSp mod">
        <pc:chgData name="diagramador@aprovasim.com" userId="08c27f4fd777aeb1" providerId="LiveId" clId="{6DA82D89-F719-4B18-ABAA-0D43E56AF532}" dt="2026-02-09T13:38:02.500" v="9" actId="20577"/>
        <pc:sldMkLst>
          <pc:docMk/>
          <pc:sldMk cId="0" sldId="256"/>
        </pc:sldMkLst>
        <pc:spChg chg="mod">
          <ac:chgData name="diagramador@aprovasim.com" userId="08c27f4fd777aeb1" providerId="LiveId" clId="{6DA82D89-F719-4B18-ABAA-0D43E56AF532}" dt="2026-02-09T13:38:02.500" v="9" actId="20577"/>
          <ac:spMkLst>
            <pc:docMk/>
            <pc:sldMk cId="0" sldId="256"/>
            <ac:spMk id="90" creationId="{00000000-0000-0000-0000-000000000000}"/>
          </ac:spMkLst>
        </pc:spChg>
      </pc:sldChg>
      <pc:sldChg chg="modSp mod">
        <pc:chgData name="diagramador@aprovasim.com" userId="08c27f4fd777aeb1" providerId="LiveId" clId="{6DA82D89-F719-4B18-ABAA-0D43E56AF532}" dt="2026-02-09T13:57:31.819" v="176" actId="948"/>
        <pc:sldMkLst>
          <pc:docMk/>
          <pc:sldMk cId="3174825568" sldId="298"/>
        </pc:sldMkLst>
        <pc:spChg chg="mod">
          <ac:chgData name="diagramador@aprovasim.com" userId="08c27f4fd777aeb1" providerId="LiveId" clId="{6DA82D89-F719-4B18-ABAA-0D43E56AF532}" dt="2026-02-09T13:57:31.819" v="176" actId="948"/>
          <ac:spMkLst>
            <pc:docMk/>
            <pc:sldMk cId="3174825568" sldId="298"/>
            <ac:spMk id="2" creationId="{00000000-0000-0000-0000-000000000000}"/>
          </ac:spMkLst>
        </pc:spChg>
      </pc:sldChg>
      <pc:sldChg chg="modSp add del mod">
        <pc:chgData name="diagramador@aprovasim.com" userId="08c27f4fd777aeb1" providerId="LiveId" clId="{6DA82D89-F719-4B18-ABAA-0D43E56AF532}" dt="2026-02-09T13:46:34.709" v="60" actId="20577"/>
        <pc:sldMkLst>
          <pc:docMk/>
          <pc:sldMk cId="2415158352" sldId="302"/>
        </pc:sldMkLst>
        <pc:spChg chg="mod">
          <ac:chgData name="diagramador@aprovasim.com" userId="08c27f4fd777aeb1" providerId="LiveId" clId="{6DA82D89-F719-4B18-ABAA-0D43E56AF532}" dt="2026-02-09T13:46:34.709" v="60" actId="20577"/>
          <ac:spMkLst>
            <pc:docMk/>
            <pc:sldMk cId="2415158352" sldId="302"/>
            <ac:spMk id="2" creationId="{00000000-0000-0000-0000-000000000000}"/>
          </ac:spMkLst>
        </pc:spChg>
      </pc:sldChg>
      <pc:sldChg chg="modSp mod">
        <pc:chgData name="diagramador@aprovasim.com" userId="08c27f4fd777aeb1" providerId="LiveId" clId="{6DA82D89-F719-4B18-ABAA-0D43E56AF532}" dt="2026-02-09T13:50:01.227" v="111" actId="114"/>
        <pc:sldMkLst>
          <pc:docMk/>
          <pc:sldMk cId="2288660240" sldId="303"/>
        </pc:sldMkLst>
        <pc:spChg chg="mod">
          <ac:chgData name="diagramador@aprovasim.com" userId="08c27f4fd777aeb1" providerId="LiveId" clId="{6DA82D89-F719-4B18-ABAA-0D43E56AF532}" dt="2026-02-09T13:50:01.227" v="111" actId="114"/>
          <ac:spMkLst>
            <pc:docMk/>
            <pc:sldMk cId="2288660240" sldId="303"/>
            <ac:spMk id="2" creationId="{00000000-0000-0000-0000-000000000000}"/>
          </ac:spMkLst>
        </pc:spChg>
      </pc:sldChg>
      <pc:sldChg chg="modSp mod">
        <pc:chgData name="diagramador@aprovasim.com" userId="08c27f4fd777aeb1" providerId="LiveId" clId="{6DA82D89-F719-4B18-ABAA-0D43E56AF532}" dt="2026-02-09T13:52:00.662" v="118" actId="20577"/>
        <pc:sldMkLst>
          <pc:docMk/>
          <pc:sldMk cId="3003624153" sldId="313"/>
        </pc:sldMkLst>
        <pc:spChg chg="mod">
          <ac:chgData name="diagramador@aprovasim.com" userId="08c27f4fd777aeb1" providerId="LiveId" clId="{6DA82D89-F719-4B18-ABAA-0D43E56AF532}" dt="2026-02-09T13:52:00.662" v="118" actId="20577"/>
          <ac:spMkLst>
            <pc:docMk/>
            <pc:sldMk cId="3003624153" sldId="313"/>
            <ac:spMk id="2" creationId="{00000000-0000-0000-0000-000000000000}"/>
          </ac:spMkLst>
        </pc:spChg>
      </pc:sldChg>
      <pc:sldChg chg="modSp mod">
        <pc:chgData name="diagramador@aprovasim.com" userId="08c27f4fd777aeb1" providerId="LiveId" clId="{6DA82D89-F719-4B18-ABAA-0D43E56AF532}" dt="2026-02-09T13:52:43.689" v="125" actId="20577"/>
        <pc:sldMkLst>
          <pc:docMk/>
          <pc:sldMk cId="2636629807" sldId="314"/>
        </pc:sldMkLst>
        <pc:spChg chg="mod">
          <ac:chgData name="diagramador@aprovasim.com" userId="08c27f4fd777aeb1" providerId="LiveId" clId="{6DA82D89-F719-4B18-ABAA-0D43E56AF532}" dt="2026-02-09T13:52:43.689" v="125" actId="20577"/>
          <ac:spMkLst>
            <pc:docMk/>
            <pc:sldMk cId="2636629807" sldId="314"/>
            <ac:spMk id="2" creationId="{00000000-0000-0000-0000-000000000000}"/>
          </ac:spMkLst>
        </pc:spChg>
      </pc:sldChg>
      <pc:sldChg chg="addSp delSp modSp mod">
        <pc:chgData name="diagramador@aprovasim.com" userId="08c27f4fd777aeb1" providerId="LiveId" clId="{6DA82D89-F719-4B18-ABAA-0D43E56AF532}" dt="2026-02-09T13:55:48.295" v="153" actId="114"/>
        <pc:sldMkLst>
          <pc:docMk/>
          <pc:sldMk cId="2190814379" sldId="329"/>
        </pc:sldMkLst>
        <pc:spChg chg="mod">
          <ac:chgData name="diagramador@aprovasim.com" userId="08c27f4fd777aeb1" providerId="LiveId" clId="{6DA82D89-F719-4B18-ABAA-0D43E56AF532}" dt="2026-02-09T13:55:48.295" v="153" actId="114"/>
          <ac:spMkLst>
            <pc:docMk/>
            <pc:sldMk cId="2190814379" sldId="329"/>
            <ac:spMk id="2" creationId="{00000000-0000-0000-0000-000000000000}"/>
          </ac:spMkLst>
        </pc:spChg>
      </pc:sldChg>
      <pc:sldChg chg="modSp mod">
        <pc:chgData name="diagramador@aprovasim.com" userId="08c27f4fd777aeb1" providerId="LiveId" clId="{6DA82D89-F719-4B18-ABAA-0D43E56AF532}" dt="2026-02-09T13:56:59.643" v="175" actId="948"/>
        <pc:sldMkLst>
          <pc:docMk/>
          <pc:sldMk cId="622189829" sldId="330"/>
        </pc:sldMkLst>
        <pc:spChg chg="mod">
          <ac:chgData name="diagramador@aprovasim.com" userId="08c27f4fd777aeb1" providerId="LiveId" clId="{6DA82D89-F719-4B18-ABAA-0D43E56AF532}" dt="2026-02-09T13:56:59.643" v="175" actId="948"/>
          <ac:spMkLst>
            <pc:docMk/>
            <pc:sldMk cId="622189829" sldId="330"/>
            <ac:spMk id="2" creationId="{00000000-0000-0000-0000-000000000000}"/>
          </ac:spMkLst>
        </pc:spChg>
      </pc:sldChg>
      <pc:sldChg chg="modSp mod">
        <pc:chgData name="diagramador@aprovasim.com" userId="08c27f4fd777aeb1" providerId="LiveId" clId="{6DA82D89-F719-4B18-ABAA-0D43E56AF532}" dt="2026-02-09T13:59:32.377" v="195" actId="20577"/>
        <pc:sldMkLst>
          <pc:docMk/>
          <pc:sldMk cId="1198543999" sldId="337"/>
        </pc:sldMkLst>
        <pc:spChg chg="mod">
          <ac:chgData name="diagramador@aprovasim.com" userId="08c27f4fd777aeb1" providerId="LiveId" clId="{6DA82D89-F719-4B18-ABAA-0D43E56AF532}" dt="2026-02-09T13:59:32.377" v="195" actId="20577"/>
          <ac:spMkLst>
            <pc:docMk/>
            <pc:sldMk cId="1198543999" sldId="337"/>
            <ac:spMk id="2" creationId="{00000000-0000-0000-0000-000000000000}"/>
          </ac:spMkLst>
        </pc:spChg>
      </pc:sldChg>
      <pc:sldChg chg="modSp mod">
        <pc:chgData name="diagramador@aprovasim.com" userId="08c27f4fd777aeb1" providerId="LiveId" clId="{6DA82D89-F719-4B18-ABAA-0D43E56AF532}" dt="2026-02-09T14:00:06.577" v="203" actId="20577"/>
        <pc:sldMkLst>
          <pc:docMk/>
          <pc:sldMk cId="2529176264" sldId="338"/>
        </pc:sldMkLst>
        <pc:spChg chg="mod">
          <ac:chgData name="diagramador@aprovasim.com" userId="08c27f4fd777aeb1" providerId="LiveId" clId="{6DA82D89-F719-4B18-ABAA-0D43E56AF532}" dt="2026-02-09T14:00:06.577" v="203" actId="20577"/>
          <ac:spMkLst>
            <pc:docMk/>
            <pc:sldMk cId="2529176264" sldId="338"/>
            <ac:spMk id="2" creationId="{00000000-0000-0000-0000-000000000000}"/>
          </ac:spMkLst>
        </pc:spChg>
      </pc:sldChg>
      <pc:sldChg chg="modSp mod">
        <pc:chgData name="diagramador@aprovasim.com" userId="08c27f4fd777aeb1" providerId="LiveId" clId="{6DA82D89-F719-4B18-ABAA-0D43E56AF532}" dt="2026-02-09T14:00:45.457" v="205" actId="948"/>
        <pc:sldMkLst>
          <pc:docMk/>
          <pc:sldMk cId="3973646611" sldId="339"/>
        </pc:sldMkLst>
        <pc:spChg chg="mod">
          <ac:chgData name="diagramador@aprovasim.com" userId="08c27f4fd777aeb1" providerId="LiveId" clId="{6DA82D89-F719-4B18-ABAA-0D43E56AF532}" dt="2026-02-09T14:00:45.457" v="205" actId="948"/>
          <ac:spMkLst>
            <pc:docMk/>
            <pc:sldMk cId="3973646611" sldId="339"/>
            <ac:spMk id="2" creationId="{00000000-0000-0000-0000-000000000000}"/>
          </ac:spMkLst>
        </pc:spChg>
      </pc:sldChg>
      <pc:sldChg chg="modSp mod">
        <pc:chgData name="diagramador@aprovasim.com" userId="08c27f4fd777aeb1" providerId="LiveId" clId="{6DA82D89-F719-4B18-ABAA-0D43E56AF532}" dt="2026-02-09T14:05:03.812" v="225" actId="948"/>
        <pc:sldMkLst>
          <pc:docMk/>
          <pc:sldMk cId="2946673051" sldId="351"/>
        </pc:sldMkLst>
        <pc:spChg chg="mod">
          <ac:chgData name="diagramador@aprovasim.com" userId="08c27f4fd777aeb1" providerId="LiveId" clId="{6DA82D89-F719-4B18-ABAA-0D43E56AF532}" dt="2026-02-09T14:05:03.812" v="225" actId="948"/>
          <ac:spMkLst>
            <pc:docMk/>
            <pc:sldMk cId="2946673051" sldId="351"/>
            <ac:spMk id="2" creationId="{00000000-0000-0000-0000-000000000000}"/>
          </ac:spMkLst>
        </pc:spChg>
      </pc:sldChg>
      <pc:sldChg chg="modSp mod">
        <pc:chgData name="diagramador@aprovasim.com" userId="08c27f4fd777aeb1" providerId="LiveId" clId="{6DA82D89-F719-4B18-ABAA-0D43E56AF532}" dt="2026-02-09T14:06:17.913" v="247" actId="948"/>
        <pc:sldMkLst>
          <pc:docMk/>
          <pc:sldMk cId="3402339889" sldId="352"/>
        </pc:sldMkLst>
        <pc:spChg chg="mod">
          <ac:chgData name="diagramador@aprovasim.com" userId="08c27f4fd777aeb1" providerId="LiveId" clId="{6DA82D89-F719-4B18-ABAA-0D43E56AF532}" dt="2026-02-09T14:06:17.913" v="247" actId="948"/>
          <ac:spMkLst>
            <pc:docMk/>
            <pc:sldMk cId="3402339889" sldId="352"/>
            <ac:spMk id="2" creationId="{00000000-0000-0000-0000-000000000000}"/>
          </ac:spMkLst>
        </pc:spChg>
      </pc:sldChg>
      <pc:sldChg chg="modSp mod">
        <pc:chgData name="diagramador@aprovasim.com" userId="08c27f4fd777aeb1" providerId="LiveId" clId="{6DA82D89-F719-4B18-ABAA-0D43E56AF532}" dt="2026-02-09T14:13:55.231" v="292" actId="1076"/>
        <pc:sldMkLst>
          <pc:docMk/>
          <pc:sldMk cId="525285836" sldId="379"/>
        </pc:sldMkLst>
        <pc:spChg chg="mod">
          <ac:chgData name="diagramador@aprovasim.com" userId="08c27f4fd777aeb1" providerId="LiveId" clId="{6DA82D89-F719-4B18-ABAA-0D43E56AF532}" dt="2026-02-09T14:13:55.231" v="292" actId="1076"/>
          <ac:spMkLst>
            <pc:docMk/>
            <pc:sldMk cId="525285836" sldId="379"/>
            <ac:spMk id="2" creationId="{00000000-0000-0000-0000-000000000000}"/>
          </ac:spMkLst>
        </pc:spChg>
      </pc:sldChg>
      <pc:sldChg chg="modSp mod ord">
        <pc:chgData name="diagramador@aprovasim.com" userId="08c27f4fd777aeb1" providerId="LiveId" clId="{6DA82D89-F719-4B18-ABAA-0D43E56AF532}" dt="2026-02-09T14:15:28.928" v="309" actId="947"/>
        <pc:sldMkLst>
          <pc:docMk/>
          <pc:sldMk cId="3926144291" sldId="380"/>
        </pc:sldMkLst>
        <pc:spChg chg="mod">
          <ac:chgData name="diagramador@aprovasim.com" userId="08c27f4fd777aeb1" providerId="LiveId" clId="{6DA82D89-F719-4B18-ABAA-0D43E56AF532}" dt="2026-02-09T14:15:28.928" v="309" actId="947"/>
          <ac:spMkLst>
            <pc:docMk/>
            <pc:sldMk cId="3926144291" sldId="380"/>
            <ac:spMk id="2" creationId="{00000000-0000-0000-0000-000000000000}"/>
          </ac:spMkLst>
        </pc:spChg>
      </pc:sldChg>
      <pc:sldChg chg="modSp mod">
        <pc:chgData name="diagramador@aprovasim.com" userId="08c27f4fd777aeb1" providerId="LiveId" clId="{6DA82D89-F719-4B18-ABAA-0D43E56AF532}" dt="2026-02-09T14:18:54.892" v="348" actId="114"/>
        <pc:sldMkLst>
          <pc:docMk/>
          <pc:sldMk cId="62179192" sldId="383"/>
        </pc:sldMkLst>
        <pc:spChg chg="mod">
          <ac:chgData name="diagramador@aprovasim.com" userId="08c27f4fd777aeb1" providerId="LiveId" clId="{6DA82D89-F719-4B18-ABAA-0D43E56AF532}" dt="2026-02-09T14:18:54.892" v="348" actId="114"/>
          <ac:spMkLst>
            <pc:docMk/>
            <pc:sldMk cId="62179192" sldId="383"/>
            <ac:spMk id="2" creationId="{00000000-0000-0000-0000-000000000000}"/>
          </ac:spMkLst>
        </pc:spChg>
      </pc:sldChg>
      <pc:sldChg chg="modSp add del mod">
        <pc:chgData name="diagramador@aprovasim.com" userId="08c27f4fd777aeb1" providerId="LiveId" clId="{6DA82D89-F719-4B18-ABAA-0D43E56AF532}" dt="2026-02-09T13:49:35.897" v="110" actId="948"/>
        <pc:sldMkLst>
          <pc:docMk/>
          <pc:sldMk cId="2087489856" sldId="413"/>
        </pc:sldMkLst>
        <pc:spChg chg="mod">
          <ac:chgData name="diagramador@aprovasim.com" userId="08c27f4fd777aeb1" providerId="LiveId" clId="{6DA82D89-F719-4B18-ABAA-0D43E56AF532}" dt="2026-02-09T13:49:35.897" v="110" actId="948"/>
          <ac:spMkLst>
            <pc:docMk/>
            <pc:sldMk cId="2087489856" sldId="413"/>
            <ac:spMk id="3" creationId="{2D7D79D5-3F87-90E3-2E57-DAD7CB35AD28}"/>
          </ac:spMkLst>
        </pc:spChg>
      </pc:sldChg>
      <pc:sldChg chg="modSp add mod">
        <pc:chgData name="diagramador@aprovasim.com" userId="08c27f4fd777aeb1" providerId="LiveId" clId="{6DA82D89-F719-4B18-ABAA-0D43E56AF532}" dt="2026-02-09T13:42:00.953" v="27" actId="948"/>
        <pc:sldMkLst>
          <pc:docMk/>
          <pc:sldMk cId="1885894788" sldId="438"/>
        </pc:sldMkLst>
        <pc:spChg chg="mod">
          <ac:chgData name="diagramador@aprovasim.com" userId="08c27f4fd777aeb1" providerId="LiveId" clId="{6DA82D89-F719-4B18-ABAA-0D43E56AF532}" dt="2026-02-09T13:42:00.953" v="27" actId="948"/>
          <ac:spMkLst>
            <pc:docMk/>
            <pc:sldMk cId="1885894788" sldId="438"/>
            <ac:spMk id="2" creationId="{032E3546-7A9D-ADAA-67D4-5466FB63891F}"/>
          </ac:spMkLst>
        </pc:spChg>
      </pc:sldChg>
      <pc:sldChg chg="modSp add mod">
        <pc:chgData name="diagramador@aprovasim.com" userId="08c27f4fd777aeb1" providerId="LiveId" clId="{6DA82D89-F719-4B18-ABAA-0D43E56AF532}" dt="2026-02-09T13:44:19.152" v="43" actId="948"/>
        <pc:sldMkLst>
          <pc:docMk/>
          <pc:sldMk cId="4290838133" sldId="439"/>
        </pc:sldMkLst>
        <pc:spChg chg="mod">
          <ac:chgData name="diagramador@aprovasim.com" userId="08c27f4fd777aeb1" providerId="LiveId" clId="{6DA82D89-F719-4B18-ABAA-0D43E56AF532}" dt="2026-02-09T13:44:19.152" v="43" actId="948"/>
          <ac:spMkLst>
            <pc:docMk/>
            <pc:sldMk cId="4290838133" sldId="439"/>
            <ac:spMk id="2" creationId="{3E2D8AAA-1BCD-62EF-9070-A3E0FF759D93}"/>
          </ac:spMkLst>
        </pc:spChg>
      </pc:sldChg>
      <pc:sldChg chg="modSp add mod">
        <pc:chgData name="diagramador@aprovasim.com" userId="08c27f4fd777aeb1" providerId="LiveId" clId="{6DA82D89-F719-4B18-ABAA-0D43E56AF532}" dt="2026-02-09T13:46:45.625" v="64" actId="948"/>
        <pc:sldMkLst>
          <pc:docMk/>
          <pc:sldMk cId="4071443531" sldId="440"/>
        </pc:sldMkLst>
        <pc:spChg chg="mod">
          <ac:chgData name="diagramador@aprovasim.com" userId="08c27f4fd777aeb1" providerId="LiveId" clId="{6DA82D89-F719-4B18-ABAA-0D43E56AF532}" dt="2026-02-09T13:46:45.625" v="64" actId="948"/>
          <ac:spMkLst>
            <pc:docMk/>
            <pc:sldMk cId="4071443531" sldId="440"/>
            <ac:spMk id="2" creationId="{74912613-E350-7453-7F29-5CA62A5E68A5}"/>
          </ac:spMkLst>
        </pc:spChg>
      </pc:sldChg>
      <pc:sldChg chg="modSp add mod">
        <pc:chgData name="diagramador@aprovasim.com" userId="08c27f4fd777aeb1" providerId="LiveId" clId="{6DA82D89-F719-4B18-ABAA-0D43E56AF532}" dt="2026-02-09T13:49:23.247" v="108" actId="20577"/>
        <pc:sldMkLst>
          <pc:docMk/>
          <pc:sldMk cId="3802945718" sldId="441"/>
        </pc:sldMkLst>
        <pc:spChg chg="mod">
          <ac:chgData name="diagramador@aprovasim.com" userId="08c27f4fd777aeb1" providerId="LiveId" clId="{6DA82D89-F719-4B18-ABAA-0D43E56AF532}" dt="2026-02-09T13:49:23.247" v="108" actId="20577"/>
          <ac:spMkLst>
            <pc:docMk/>
            <pc:sldMk cId="3802945718" sldId="441"/>
            <ac:spMk id="3" creationId="{8F1D92EF-322A-26EE-8248-49114A46FF8B}"/>
          </ac:spMkLst>
        </pc:spChg>
      </pc:sldChg>
      <pc:sldChg chg="modSp add mod">
        <pc:chgData name="diagramador@aprovasim.com" userId="08c27f4fd777aeb1" providerId="LiveId" clId="{6DA82D89-F719-4B18-ABAA-0D43E56AF532}" dt="2026-02-09T13:56:07.212" v="157" actId="20577"/>
        <pc:sldMkLst>
          <pc:docMk/>
          <pc:sldMk cId="867667429" sldId="442"/>
        </pc:sldMkLst>
        <pc:spChg chg="mod">
          <ac:chgData name="diagramador@aprovasim.com" userId="08c27f4fd777aeb1" providerId="LiveId" clId="{6DA82D89-F719-4B18-ABAA-0D43E56AF532}" dt="2026-02-09T13:56:07.212" v="157" actId="20577"/>
          <ac:spMkLst>
            <pc:docMk/>
            <pc:sldMk cId="867667429" sldId="442"/>
            <ac:spMk id="2" creationId="{B5A31035-F6E4-7041-F58E-685071D4FCB7}"/>
          </ac:spMkLst>
        </pc:spChg>
      </pc:sldChg>
      <pc:sldChg chg="modSp add mod">
        <pc:chgData name="diagramador@aprovasim.com" userId="08c27f4fd777aeb1" providerId="LiveId" clId="{6DA82D89-F719-4B18-ABAA-0D43E56AF532}" dt="2026-02-09T13:56:17.589" v="161" actId="948"/>
        <pc:sldMkLst>
          <pc:docMk/>
          <pc:sldMk cId="1128473590" sldId="443"/>
        </pc:sldMkLst>
        <pc:spChg chg="mod">
          <ac:chgData name="diagramador@aprovasim.com" userId="08c27f4fd777aeb1" providerId="LiveId" clId="{6DA82D89-F719-4B18-ABAA-0D43E56AF532}" dt="2026-02-09T13:56:17.589" v="161" actId="948"/>
          <ac:spMkLst>
            <pc:docMk/>
            <pc:sldMk cId="1128473590" sldId="443"/>
            <ac:spMk id="2" creationId="{AEFBE394-66F1-3BD9-7C99-2D89D0F08B29}"/>
          </ac:spMkLst>
        </pc:spChg>
      </pc:sldChg>
      <pc:sldChg chg="modSp add mod">
        <pc:chgData name="diagramador@aprovasim.com" userId="08c27f4fd777aeb1" providerId="LiveId" clId="{6DA82D89-F719-4B18-ABAA-0D43E56AF532}" dt="2026-02-09T13:59:46.074" v="199" actId="948"/>
        <pc:sldMkLst>
          <pc:docMk/>
          <pc:sldMk cId="3159088328" sldId="444"/>
        </pc:sldMkLst>
        <pc:spChg chg="mod">
          <ac:chgData name="diagramador@aprovasim.com" userId="08c27f4fd777aeb1" providerId="LiveId" clId="{6DA82D89-F719-4B18-ABAA-0D43E56AF532}" dt="2026-02-09T13:59:46.074" v="199" actId="948"/>
          <ac:spMkLst>
            <pc:docMk/>
            <pc:sldMk cId="3159088328" sldId="444"/>
            <ac:spMk id="2" creationId="{E955685D-5830-86ED-367C-4D033AADBF98}"/>
          </ac:spMkLst>
        </pc:spChg>
      </pc:sldChg>
      <pc:sldChg chg="modSp add mod ord">
        <pc:chgData name="diagramador@aprovasim.com" userId="08c27f4fd777aeb1" providerId="LiveId" clId="{6DA82D89-F719-4B18-ABAA-0D43E56AF532}" dt="2026-02-09T14:08:30.586" v="265" actId="948"/>
        <pc:sldMkLst>
          <pc:docMk/>
          <pc:sldMk cId="2035163690" sldId="445"/>
        </pc:sldMkLst>
        <pc:spChg chg="mod">
          <ac:chgData name="diagramador@aprovasim.com" userId="08c27f4fd777aeb1" providerId="LiveId" clId="{6DA82D89-F719-4B18-ABAA-0D43E56AF532}" dt="2026-02-09T14:08:30.586" v="265" actId="948"/>
          <ac:spMkLst>
            <pc:docMk/>
            <pc:sldMk cId="2035163690" sldId="445"/>
            <ac:spMk id="2" creationId="{E4948994-E21D-B335-7840-DF46EE970F52}"/>
          </ac:spMkLst>
        </pc:spChg>
      </pc:sldChg>
      <pc:sldChg chg="modSp add mod">
        <pc:chgData name="diagramador@aprovasim.com" userId="08c27f4fd777aeb1" providerId="LiveId" clId="{6DA82D89-F719-4B18-ABAA-0D43E56AF532}" dt="2026-02-09T14:08:59.837" v="270" actId="20577"/>
        <pc:sldMkLst>
          <pc:docMk/>
          <pc:sldMk cId="2133981900" sldId="446"/>
        </pc:sldMkLst>
        <pc:spChg chg="mod">
          <ac:chgData name="diagramador@aprovasim.com" userId="08c27f4fd777aeb1" providerId="LiveId" clId="{6DA82D89-F719-4B18-ABAA-0D43E56AF532}" dt="2026-02-09T14:08:59.837" v="270" actId="20577"/>
          <ac:spMkLst>
            <pc:docMk/>
            <pc:sldMk cId="2133981900" sldId="446"/>
            <ac:spMk id="2" creationId="{0811FA04-30D9-FCA8-6C30-6E73A90FE649}"/>
          </ac:spMkLst>
        </pc:spChg>
      </pc:sldChg>
      <pc:sldChg chg="modSp add mod ord">
        <pc:chgData name="diagramador@aprovasim.com" userId="08c27f4fd777aeb1" providerId="LiveId" clId="{6DA82D89-F719-4B18-ABAA-0D43E56AF532}" dt="2026-02-09T14:10:09.145" v="284" actId="20577"/>
        <pc:sldMkLst>
          <pc:docMk/>
          <pc:sldMk cId="1982663426" sldId="447"/>
        </pc:sldMkLst>
        <pc:spChg chg="mod">
          <ac:chgData name="diagramador@aprovasim.com" userId="08c27f4fd777aeb1" providerId="LiveId" clId="{6DA82D89-F719-4B18-ABAA-0D43E56AF532}" dt="2026-02-09T14:10:09.145" v="284" actId="20577"/>
          <ac:spMkLst>
            <pc:docMk/>
            <pc:sldMk cId="1982663426" sldId="447"/>
            <ac:spMk id="2" creationId="{E02F01C1-BE1C-8926-AD7F-67BB835F71D0}"/>
          </ac:spMkLst>
        </pc:spChg>
      </pc:sldChg>
      <pc:sldChg chg="modSp add mod">
        <pc:chgData name="diagramador@aprovasim.com" userId="08c27f4fd777aeb1" providerId="LiveId" clId="{6DA82D89-F719-4B18-ABAA-0D43E56AF532}" dt="2026-02-09T14:16:38.330" v="320" actId="6549"/>
        <pc:sldMkLst>
          <pc:docMk/>
          <pc:sldMk cId="3232028002" sldId="448"/>
        </pc:sldMkLst>
        <pc:spChg chg="mod">
          <ac:chgData name="diagramador@aprovasim.com" userId="08c27f4fd777aeb1" providerId="LiveId" clId="{6DA82D89-F719-4B18-ABAA-0D43E56AF532}" dt="2026-02-09T14:16:38.330" v="320" actId="6549"/>
          <ac:spMkLst>
            <pc:docMk/>
            <pc:sldMk cId="3232028002" sldId="448"/>
            <ac:spMk id="2" creationId="{7E634200-DCE1-CCD5-3CB8-EA7F0D174B25}"/>
          </ac:spMkLst>
        </pc:spChg>
      </pc:sldChg>
      <pc:sldChg chg="modSp add mod">
        <pc:chgData name="diagramador@aprovasim.com" userId="08c27f4fd777aeb1" providerId="LiveId" clId="{6DA82D89-F719-4B18-ABAA-0D43E56AF532}" dt="2026-02-09T14:14:31.758" v="299" actId="947"/>
        <pc:sldMkLst>
          <pc:docMk/>
          <pc:sldMk cId="878369096" sldId="449"/>
        </pc:sldMkLst>
        <pc:spChg chg="mod">
          <ac:chgData name="diagramador@aprovasim.com" userId="08c27f4fd777aeb1" providerId="LiveId" clId="{6DA82D89-F719-4B18-ABAA-0D43E56AF532}" dt="2026-02-09T14:14:31.758" v="299" actId="947"/>
          <ac:spMkLst>
            <pc:docMk/>
            <pc:sldMk cId="878369096" sldId="449"/>
            <ac:spMk id="2" creationId="{5DA6D50F-001E-E4FA-2F09-3B5AF012CDD5}"/>
          </ac:spMkLst>
        </pc:spChg>
      </pc:sldChg>
      <pc:sldChg chg="addSp delSp modSp add mod ord">
        <pc:chgData name="diagramador@aprovasim.com" userId="08c27f4fd777aeb1" providerId="LiveId" clId="{6DA82D89-F719-4B18-ABAA-0D43E56AF532}" dt="2026-02-09T14:18:11.947" v="346" actId="948"/>
        <pc:sldMkLst>
          <pc:docMk/>
          <pc:sldMk cId="1858986218" sldId="450"/>
        </pc:sldMkLst>
        <pc:spChg chg="mod">
          <ac:chgData name="diagramador@aprovasim.com" userId="08c27f4fd777aeb1" providerId="LiveId" clId="{6DA82D89-F719-4B18-ABAA-0D43E56AF532}" dt="2026-02-09T14:18:11.947" v="346" actId="948"/>
          <ac:spMkLst>
            <pc:docMk/>
            <pc:sldMk cId="1858986218" sldId="450"/>
            <ac:spMk id="2" creationId="{01BB5C8D-253C-5BB8-8D8E-ADAC592869C2}"/>
          </ac:spMkLst>
        </pc:spChg>
      </pc:sldChg>
      <pc:sldChg chg="add">
        <pc:chgData name="diagramador@aprovasim.com" userId="08c27f4fd777aeb1" providerId="LiveId" clId="{6DA82D89-F719-4B18-ABAA-0D43E56AF532}" dt="2026-02-09T14:15:35.893" v="310" actId="2890"/>
        <pc:sldMkLst>
          <pc:docMk/>
          <pc:sldMk cId="4244426481" sldId="451"/>
        </pc:sldMkLst>
      </pc:sldChg>
      <pc:sldChg chg="modSp add mod">
        <pc:chgData name="diagramador@aprovasim.com" userId="08c27f4fd777aeb1" providerId="LiveId" clId="{6DA82D89-F719-4B18-ABAA-0D43E56AF532}" dt="2026-02-09T14:16:44.067" v="321" actId="6549"/>
        <pc:sldMkLst>
          <pc:docMk/>
          <pc:sldMk cId="2791515048" sldId="452"/>
        </pc:sldMkLst>
        <pc:spChg chg="mod">
          <ac:chgData name="diagramador@aprovasim.com" userId="08c27f4fd777aeb1" providerId="LiveId" clId="{6DA82D89-F719-4B18-ABAA-0D43E56AF532}" dt="2026-02-09T14:16:44.067" v="321" actId="6549"/>
          <ac:spMkLst>
            <pc:docMk/>
            <pc:sldMk cId="2791515048" sldId="452"/>
            <ac:spMk id="2" creationId="{F43E2661-4D2F-E02C-F041-E0935AE8D1EA}"/>
          </ac:spMkLst>
        </pc:spChg>
      </pc:sldChg>
      <pc:sldChg chg="add">
        <pc:chgData name="diagramador@aprovasim.com" userId="08c27f4fd777aeb1" providerId="LiveId" clId="{6DA82D89-F719-4B18-ABAA-0D43E56AF532}" dt="2026-02-09T14:16:56.307" v="322" actId="2890"/>
        <pc:sldMkLst>
          <pc:docMk/>
          <pc:sldMk cId="1153979724" sldId="453"/>
        </pc:sldMkLst>
      </pc:sldChg>
      <pc:sldChg chg="modSp add mod">
        <pc:chgData name="diagramador@aprovasim.com" userId="08c27f4fd777aeb1" providerId="LiveId" clId="{6DA82D89-F719-4B18-ABAA-0D43E56AF532}" dt="2026-02-09T14:18:05.811" v="345" actId="6549"/>
        <pc:sldMkLst>
          <pc:docMk/>
          <pc:sldMk cId="3214467022" sldId="454"/>
        </pc:sldMkLst>
        <pc:spChg chg="mod">
          <ac:chgData name="diagramador@aprovasim.com" userId="08c27f4fd777aeb1" providerId="LiveId" clId="{6DA82D89-F719-4B18-ABAA-0D43E56AF532}" dt="2026-02-09T14:18:05.811" v="345" actId="6549"/>
          <ac:spMkLst>
            <pc:docMk/>
            <pc:sldMk cId="3214467022" sldId="454"/>
            <ac:spMk id="2" creationId="{E51DA2B9-D655-70D3-9178-61888497A759}"/>
          </ac:spMkLst>
        </pc:spChg>
      </pc:sldChg>
      <pc:sldChg chg="modSp add mod ord">
        <pc:chgData name="diagramador@aprovasim.com" userId="08c27f4fd777aeb1" providerId="LiveId" clId="{6DA82D89-F719-4B18-ABAA-0D43E56AF532}" dt="2026-02-09T14:20:14.070" v="356" actId="948"/>
        <pc:sldMkLst>
          <pc:docMk/>
          <pc:sldMk cId="2482133480" sldId="455"/>
        </pc:sldMkLst>
        <pc:spChg chg="mod">
          <ac:chgData name="diagramador@aprovasim.com" userId="08c27f4fd777aeb1" providerId="LiveId" clId="{6DA82D89-F719-4B18-ABAA-0D43E56AF532}" dt="2026-02-09T14:20:14.070" v="356" actId="948"/>
          <ac:spMkLst>
            <pc:docMk/>
            <pc:sldMk cId="2482133480" sldId="455"/>
            <ac:spMk id="2" creationId="{E12FFE2F-E0F7-7AB0-0337-378B7022B165}"/>
          </ac:spMkLst>
        </pc:spChg>
      </pc:sldChg>
      <pc:sldChg chg="modSp add mod ord">
        <pc:chgData name="diagramador@aprovasim.com" userId="08c27f4fd777aeb1" providerId="LiveId" clId="{6DA82D89-F719-4B18-ABAA-0D43E56AF532}" dt="2026-02-09T14:20:37.034" v="362"/>
        <pc:sldMkLst>
          <pc:docMk/>
          <pc:sldMk cId="2112259277" sldId="456"/>
        </pc:sldMkLst>
        <pc:spChg chg="mod">
          <ac:chgData name="diagramador@aprovasim.com" userId="08c27f4fd777aeb1" providerId="LiveId" clId="{6DA82D89-F719-4B18-ABAA-0D43E56AF532}" dt="2026-02-09T14:20:37.034" v="362"/>
          <ac:spMkLst>
            <pc:docMk/>
            <pc:sldMk cId="2112259277" sldId="456"/>
            <ac:spMk id="2" creationId="{CD804020-A08D-F3F4-C5BF-DCA54FD42887}"/>
          </ac:spMkLst>
        </pc:spChg>
      </pc:sldChg>
      <pc:sldChg chg="addSp delSp modSp add mod ord">
        <pc:chgData name="diagramador@aprovasim.com" userId="08c27f4fd777aeb1" providerId="LiveId" clId="{6DA82D89-F719-4B18-ABAA-0D43E56AF532}" dt="2026-02-09T14:26:56.715" v="455" actId="22"/>
        <pc:sldMkLst>
          <pc:docMk/>
          <pc:sldMk cId="1131374603" sldId="457"/>
        </pc:sldMkLst>
        <pc:spChg chg="mod">
          <ac:chgData name="diagramador@aprovasim.com" userId="08c27f4fd777aeb1" providerId="LiveId" clId="{6DA82D89-F719-4B18-ABAA-0D43E56AF532}" dt="2026-02-09T14:21:27.709" v="385" actId="20577"/>
          <ac:spMkLst>
            <pc:docMk/>
            <pc:sldMk cId="1131374603" sldId="457"/>
            <ac:spMk id="104" creationId="{EDD3D42A-D134-AFD1-9869-71EE0A8519EB}"/>
          </ac:spMkLst>
        </pc:spChg>
      </pc:sldChg>
      <pc:sldChg chg="modSp add mod ord">
        <pc:chgData name="diagramador@aprovasim.com" userId="08c27f4fd777aeb1" providerId="LiveId" clId="{6DA82D89-F719-4B18-ABAA-0D43E56AF532}" dt="2026-02-09T14:22:11.903" v="396" actId="948"/>
        <pc:sldMkLst>
          <pc:docMk/>
          <pc:sldMk cId="1886896489" sldId="458"/>
        </pc:sldMkLst>
        <pc:spChg chg="mod">
          <ac:chgData name="diagramador@aprovasim.com" userId="08c27f4fd777aeb1" providerId="LiveId" clId="{6DA82D89-F719-4B18-ABAA-0D43E56AF532}" dt="2026-02-09T14:22:11.903" v="396" actId="948"/>
          <ac:spMkLst>
            <pc:docMk/>
            <pc:sldMk cId="1886896489" sldId="458"/>
            <ac:spMk id="2" creationId="{0046BD3F-2039-8DF8-93A6-F01758AF3BC9}"/>
          </ac:spMkLst>
        </pc:spChg>
      </pc:sldChg>
      <pc:sldChg chg="modSp add mod">
        <pc:chgData name="diagramador@aprovasim.com" userId="08c27f4fd777aeb1" providerId="LiveId" clId="{6DA82D89-F719-4B18-ABAA-0D43E56AF532}" dt="2026-02-09T14:22:52.889" v="403" actId="948"/>
        <pc:sldMkLst>
          <pc:docMk/>
          <pc:sldMk cId="1205707948" sldId="459"/>
        </pc:sldMkLst>
        <pc:spChg chg="mod">
          <ac:chgData name="diagramador@aprovasim.com" userId="08c27f4fd777aeb1" providerId="LiveId" clId="{6DA82D89-F719-4B18-ABAA-0D43E56AF532}" dt="2026-02-09T14:22:52.889" v="403" actId="948"/>
          <ac:spMkLst>
            <pc:docMk/>
            <pc:sldMk cId="1205707948" sldId="459"/>
            <ac:spMk id="2" creationId="{D44BBE16-9B6F-E054-BEAA-69FA21709ABD}"/>
          </ac:spMkLst>
        </pc:spChg>
      </pc:sldChg>
      <pc:sldChg chg="modSp add mod">
        <pc:chgData name="diagramador@aprovasim.com" userId="08c27f4fd777aeb1" providerId="LiveId" clId="{6DA82D89-F719-4B18-ABAA-0D43E56AF532}" dt="2026-02-09T14:23:10.401" v="406" actId="948"/>
        <pc:sldMkLst>
          <pc:docMk/>
          <pc:sldMk cId="2135169031" sldId="460"/>
        </pc:sldMkLst>
        <pc:spChg chg="mod">
          <ac:chgData name="diagramador@aprovasim.com" userId="08c27f4fd777aeb1" providerId="LiveId" clId="{6DA82D89-F719-4B18-ABAA-0D43E56AF532}" dt="2026-02-09T14:23:10.401" v="406" actId="948"/>
          <ac:spMkLst>
            <pc:docMk/>
            <pc:sldMk cId="2135169031" sldId="460"/>
            <ac:spMk id="2" creationId="{1982D858-E4D7-ECF2-2250-C52C04727730}"/>
          </ac:spMkLst>
        </pc:spChg>
      </pc:sldChg>
      <pc:sldChg chg="modSp add mod">
        <pc:chgData name="diagramador@aprovasim.com" userId="08c27f4fd777aeb1" providerId="LiveId" clId="{6DA82D89-F719-4B18-ABAA-0D43E56AF532}" dt="2026-02-09T14:24:01.495" v="417" actId="114"/>
        <pc:sldMkLst>
          <pc:docMk/>
          <pc:sldMk cId="279354019" sldId="461"/>
        </pc:sldMkLst>
        <pc:spChg chg="mod">
          <ac:chgData name="diagramador@aprovasim.com" userId="08c27f4fd777aeb1" providerId="LiveId" clId="{6DA82D89-F719-4B18-ABAA-0D43E56AF532}" dt="2026-02-09T14:24:01.495" v="417" actId="114"/>
          <ac:spMkLst>
            <pc:docMk/>
            <pc:sldMk cId="279354019" sldId="461"/>
            <ac:spMk id="2" creationId="{65F7D42D-AE87-8334-344D-FC50519B9523}"/>
          </ac:spMkLst>
        </pc:spChg>
      </pc:sldChg>
      <pc:sldChg chg="modSp add mod">
        <pc:chgData name="diagramador@aprovasim.com" userId="08c27f4fd777aeb1" providerId="LiveId" clId="{6DA82D89-F719-4B18-ABAA-0D43E56AF532}" dt="2026-02-09T14:25:12.077" v="435" actId="114"/>
        <pc:sldMkLst>
          <pc:docMk/>
          <pc:sldMk cId="1658908859" sldId="462"/>
        </pc:sldMkLst>
        <pc:spChg chg="mod">
          <ac:chgData name="diagramador@aprovasim.com" userId="08c27f4fd777aeb1" providerId="LiveId" clId="{6DA82D89-F719-4B18-ABAA-0D43E56AF532}" dt="2026-02-09T14:25:12.077" v="435" actId="114"/>
          <ac:spMkLst>
            <pc:docMk/>
            <pc:sldMk cId="1658908859" sldId="462"/>
            <ac:spMk id="2" creationId="{1F2F20C5-D953-14E0-4B56-6944192BD8C1}"/>
          </ac:spMkLst>
        </pc:spChg>
      </pc:sldChg>
      <pc:sldChg chg="modSp add mod ord">
        <pc:chgData name="diagramador@aprovasim.com" userId="08c27f4fd777aeb1" providerId="LiveId" clId="{6DA82D89-F719-4B18-ABAA-0D43E56AF532}" dt="2026-02-09T14:25:03.632" v="433" actId="114"/>
        <pc:sldMkLst>
          <pc:docMk/>
          <pc:sldMk cId="428462983" sldId="463"/>
        </pc:sldMkLst>
        <pc:spChg chg="mod">
          <ac:chgData name="diagramador@aprovasim.com" userId="08c27f4fd777aeb1" providerId="LiveId" clId="{6DA82D89-F719-4B18-ABAA-0D43E56AF532}" dt="2026-02-09T14:25:03.632" v="433" actId="114"/>
          <ac:spMkLst>
            <pc:docMk/>
            <pc:sldMk cId="428462983" sldId="463"/>
            <ac:spMk id="2" creationId="{045AFF9F-211D-E437-10CE-AD7B0475C0A9}"/>
          </ac:spMkLst>
        </pc:spChg>
      </pc:sldChg>
      <pc:sldChg chg="modSp add mod">
        <pc:chgData name="diagramador@aprovasim.com" userId="08c27f4fd777aeb1" providerId="LiveId" clId="{6DA82D89-F719-4B18-ABAA-0D43E56AF532}" dt="2026-02-09T14:25:35.537" v="439" actId="114"/>
        <pc:sldMkLst>
          <pc:docMk/>
          <pc:sldMk cId="2946693669" sldId="464"/>
        </pc:sldMkLst>
        <pc:spChg chg="mod">
          <ac:chgData name="diagramador@aprovasim.com" userId="08c27f4fd777aeb1" providerId="LiveId" clId="{6DA82D89-F719-4B18-ABAA-0D43E56AF532}" dt="2026-02-09T14:25:35.537" v="439" actId="114"/>
          <ac:spMkLst>
            <pc:docMk/>
            <pc:sldMk cId="2946693669" sldId="464"/>
            <ac:spMk id="2" creationId="{087E5A8F-36D8-F476-069F-02DE62F9EC3B}"/>
          </ac:spMkLst>
        </pc:spChg>
      </pc:sldChg>
      <pc:sldChg chg="modSp add mod ord">
        <pc:chgData name="diagramador@aprovasim.com" userId="08c27f4fd777aeb1" providerId="LiveId" clId="{6DA82D89-F719-4B18-ABAA-0D43E56AF532}" dt="2026-02-09T14:26:35.852" v="453" actId="179"/>
        <pc:sldMkLst>
          <pc:docMk/>
          <pc:sldMk cId="3747639430" sldId="465"/>
        </pc:sldMkLst>
        <pc:spChg chg="mod">
          <ac:chgData name="diagramador@aprovasim.com" userId="08c27f4fd777aeb1" providerId="LiveId" clId="{6DA82D89-F719-4B18-ABAA-0D43E56AF532}" dt="2026-02-09T14:26:35.852" v="453" actId="179"/>
          <ac:spMkLst>
            <pc:docMk/>
            <pc:sldMk cId="3747639430" sldId="465"/>
            <ac:spMk id="2" creationId="{811E4804-E9E7-18F4-4787-78380466A376}"/>
          </ac:spMkLst>
        </pc:spChg>
      </pc:sldChg>
      <pc:sldChg chg="modSp add mod ord">
        <pc:chgData name="diagramador@aprovasim.com" userId="08c27f4fd777aeb1" providerId="LiveId" clId="{6DA82D89-F719-4B18-ABAA-0D43E56AF532}" dt="2026-02-09T14:27:13.078" v="481" actId="20577"/>
        <pc:sldMkLst>
          <pc:docMk/>
          <pc:sldMk cId="1810316477" sldId="466"/>
        </pc:sldMkLst>
        <pc:spChg chg="mod">
          <ac:chgData name="diagramador@aprovasim.com" userId="08c27f4fd777aeb1" providerId="LiveId" clId="{6DA82D89-F719-4B18-ABAA-0D43E56AF532}" dt="2026-02-09T14:27:13.078" v="481" actId="20577"/>
          <ac:spMkLst>
            <pc:docMk/>
            <pc:sldMk cId="1810316477" sldId="466"/>
            <ac:spMk id="104" creationId="{66F3D743-50E9-DBCF-9160-9A1FEA0B1091}"/>
          </ac:spMkLst>
        </pc:spChg>
      </pc:sldChg>
      <pc:sldChg chg="modSp add mod">
        <pc:chgData name="diagramador@aprovasim.com" userId="08c27f4fd777aeb1" providerId="LiveId" clId="{6DA82D89-F719-4B18-ABAA-0D43E56AF532}" dt="2026-02-09T14:27:46.329" v="490" actId="948"/>
        <pc:sldMkLst>
          <pc:docMk/>
          <pc:sldMk cId="3598484628" sldId="467"/>
        </pc:sldMkLst>
        <pc:spChg chg="mod">
          <ac:chgData name="diagramador@aprovasim.com" userId="08c27f4fd777aeb1" providerId="LiveId" clId="{6DA82D89-F719-4B18-ABAA-0D43E56AF532}" dt="2026-02-09T14:27:46.329" v="490" actId="948"/>
          <ac:spMkLst>
            <pc:docMk/>
            <pc:sldMk cId="3598484628" sldId="467"/>
            <ac:spMk id="2" creationId="{BDD5D093-21C9-5811-B76B-190B6C8BE1D4}"/>
          </ac:spMkLst>
        </pc:spChg>
      </pc:sldChg>
      <pc:sldChg chg="modSp add mod">
        <pc:chgData name="diagramador@aprovasim.com" userId="08c27f4fd777aeb1" providerId="LiveId" clId="{6DA82D89-F719-4B18-ABAA-0D43E56AF532}" dt="2026-02-09T14:28:59.183" v="506" actId="1035"/>
        <pc:sldMkLst>
          <pc:docMk/>
          <pc:sldMk cId="1214874937" sldId="468"/>
        </pc:sldMkLst>
        <pc:spChg chg="mod">
          <ac:chgData name="diagramador@aprovasim.com" userId="08c27f4fd777aeb1" providerId="LiveId" clId="{6DA82D89-F719-4B18-ABAA-0D43E56AF532}" dt="2026-02-09T14:28:59.183" v="506" actId="1035"/>
          <ac:spMkLst>
            <pc:docMk/>
            <pc:sldMk cId="1214874937" sldId="468"/>
            <ac:spMk id="2" creationId="{6EA945C5-DBC9-D02F-FB6E-E08A487E785F}"/>
          </ac:spMkLst>
        </pc:spChg>
      </pc:sldChg>
      <pc:sldChg chg="modSp add mod">
        <pc:chgData name="diagramador@aprovasim.com" userId="08c27f4fd777aeb1" providerId="LiveId" clId="{6DA82D89-F719-4B18-ABAA-0D43E56AF532}" dt="2026-02-09T14:29:24.932" v="510" actId="948"/>
        <pc:sldMkLst>
          <pc:docMk/>
          <pc:sldMk cId="905604860" sldId="469"/>
        </pc:sldMkLst>
        <pc:spChg chg="mod">
          <ac:chgData name="diagramador@aprovasim.com" userId="08c27f4fd777aeb1" providerId="LiveId" clId="{6DA82D89-F719-4B18-ABAA-0D43E56AF532}" dt="2026-02-09T14:29:24.932" v="510" actId="948"/>
          <ac:spMkLst>
            <pc:docMk/>
            <pc:sldMk cId="905604860" sldId="469"/>
            <ac:spMk id="2" creationId="{C0EE6CB4-FEE2-298B-1F90-DC38345762BC}"/>
          </ac:spMkLst>
        </pc:spChg>
      </pc:sldChg>
      <pc:sldChg chg="modSp add mod">
        <pc:chgData name="diagramador@aprovasim.com" userId="08c27f4fd777aeb1" providerId="LiveId" clId="{6DA82D89-F719-4B18-ABAA-0D43E56AF532}" dt="2026-02-09T14:29:43.900" v="513" actId="948"/>
        <pc:sldMkLst>
          <pc:docMk/>
          <pc:sldMk cId="2934673405" sldId="470"/>
        </pc:sldMkLst>
        <pc:spChg chg="mod">
          <ac:chgData name="diagramador@aprovasim.com" userId="08c27f4fd777aeb1" providerId="LiveId" clId="{6DA82D89-F719-4B18-ABAA-0D43E56AF532}" dt="2026-02-09T14:29:43.900" v="513" actId="948"/>
          <ac:spMkLst>
            <pc:docMk/>
            <pc:sldMk cId="2934673405" sldId="470"/>
            <ac:spMk id="2" creationId="{628E437A-DB99-EAA5-D87B-6592C5ADEE43}"/>
          </ac:spMkLst>
        </pc:spChg>
      </pc:sldChg>
      <pc:sldChg chg="modSp add mod">
        <pc:chgData name="diagramador@aprovasim.com" userId="08c27f4fd777aeb1" providerId="LiveId" clId="{6DA82D89-F719-4B18-ABAA-0D43E56AF532}" dt="2026-02-09T14:30:12.265" v="518" actId="255"/>
        <pc:sldMkLst>
          <pc:docMk/>
          <pc:sldMk cId="745710927" sldId="471"/>
        </pc:sldMkLst>
        <pc:spChg chg="mod">
          <ac:chgData name="diagramador@aprovasim.com" userId="08c27f4fd777aeb1" providerId="LiveId" clId="{6DA82D89-F719-4B18-ABAA-0D43E56AF532}" dt="2026-02-09T14:30:12.265" v="518" actId="255"/>
          <ac:spMkLst>
            <pc:docMk/>
            <pc:sldMk cId="745710927" sldId="471"/>
            <ac:spMk id="2" creationId="{38FCC70A-C8C7-2860-28AA-A011937FDA54}"/>
          </ac:spMkLst>
        </pc:spChg>
      </pc:sldChg>
      <pc:sldChg chg="modSp add mod">
        <pc:chgData name="diagramador@aprovasim.com" userId="08c27f4fd777aeb1" providerId="LiveId" clId="{6DA82D89-F719-4B18-ABAA-0D43E56AF532}" dt="2026-02-09T14:31:12.081" v="538" actId="948"/>
        <pc:sldMkLst>
          <pc:docMk/>
          <pc:sldMk cId="2753398722" sldId="472"/>
        </pc:sldMkLst>
        <pc:spChg chg="mod">
          <ac:chgData name="diagramador@aprovasim.com" userId="08c27f4fd777aeb1" providerId="LiveId" clId="{6DA82D89-F719-4B18-ABAA-0D43E56AF532}" dt="2026-02-09T14:31:12.081" v="538" actId="948"/>
          <ac:spMkLst>
            <pc:docMk/>
            <pc:sldMk cId="2753398722" sldId="472"/>
            <ac:spMk id="2" creationId="{6F4B2E63-D099-A874-1A18-BF7A25705388}"/>
          </ac:spMkLst>
        </pc:spChg>
      </pc:sldChg>
      <pc:sldChg chg="modSp add mod">
        <pc:chgData name="diagramador@aprovasim.com" userId="08c27f4fd777aeb1" providerId="LiveId" clId="{6DA82D89-F719-4B18-ABAA-0D43E56AF532}" dt="2026-02-09T14:31:20.356" v="541" actId="20577"/>
        <pc:sldMkLst>
          <pc:docMk/>
          <pc:sldMk cId="3100452599" sldId="473"/>
        </pc:sldMkLst>
        <pc:spChg chg="mod">
          <ac:chgData name="diagramador@aprovasim.com" userId="08c27f4fd777aeb1" providerId="LiveId" clId="{6DA82D89-F719-4B18-ABAA-0D43E56AF532}" dt="2026-02-09T14:31:20.356" v="541" actId="20577"/>
          <ac:spMkLst>
            <pc:docMk/>
            <pc:sldMk cId="3100452599" sldId="473"/>
            <ac:spMk id="2" creationId="{A1A16DA1-80C0-4A55-F47A-73C679D40F43}"/>
          </ac:spMkLst>
        </pc:spChg>
      </pc:sldChg>
      <pc:sldChg chg="modSp add mod">
        <pc:chgData name="diagramador@aprovasim.com" userId="08c27f4fd777aeb1" providerId="LiveId" clId="{6DA82D89-F719-4B18-ABAA-0D43E56AF532}" dt="2026-02-09T14:32:10.224" v="557" actId="20577"/>
        <pc:sldMkLst>
          <pc:docMk/>
          <pc:sldMk cId="1848671655" sldId="474"/>
        </pc:sldMkLst>
        <pc:spChg chg="mod">
          <ac:chgData name="diagramador@aprovasim.com" userId="08c27f4fd777aeb1" providerId="LiveId" clId="{6DA82D89-F719-4B18-ABAA-0D43E56AF532}" dt="2026-02-09T14:32:10.224" v="557" actId="20577"/>
          <ac:spMkLst>
            <pc:docMk/>
            <pc:sldMk cId="1848671655" sldId="474"/>
            <ac:spMk id="2" creationId="{CCCC59FC-10D7-6333-B4B1-DC2CA9233FD8}"/>
          </ac:spMkLst>
        </pc:spChg>
      </pc:sldChg>
      <pc:sldChg chg="modSp add mod">
        <pc:chgData name="diagramador@aprovasim.com" userId="08c27f4fd777aeb1" providerId="LiveId" clId="{6DA82D89-F719-4B18-ABAA-0D43E56AF532}" dt="2026-02-09T14:32:45.349" v="571" actId="20577"/>
        <pc:sldMkLst>
          <pc:docMk/>
          <pc:sldMk cId="3512839482" sldId="475"/>
        </pc:sldMkLst>
        <pc:spChg chg="mod">
          <ac:chgData name="diagramador@aprovasim.com" userId="08c27f4fd777aeb1" providerId="LiveId" clId="{6DA82D89-F719-4B18-ABAA-0D43E56AF532}" dt="2026-02-09T14:32:45.349" v="571" actId="20577"/>
          <ac:spMkLst>
            <pc:docMk/>
            <pc:sldMk cId="3512839482" sldId="475"/>
            <ac:spMk id="2" creationId="{AE79BE20-D4F1-2F1E-105D-E07103C8621C}"/>
          </ac:spMkLst>
        </pc:spChg>
      </pc:sldChg>
      <pc:sldChg chg="addSp delSp modSp add mod ord">
        <pc:chgData name="diagramador@aprovasim.com" userId="08c27f4fd777aeb1" providerId="LiveId" clId="{6DA82D89-F719-4B18-ABAA-0D43E56AF532}" dt="2026-02-09T14:38:54.144" v="663" actId="22"/>
        <pc:sldMkLst>
          <pc:docMk/>
          <pc:sldMk cId="4124489848" sldId="476"/>
        </pc:sldMkLst>
        <pc:spChg chg="mod">
          <ac:chgData name="diagramador@aprovasim.com" userId="08c27f4fd777aeb1" providerId="LiveId" clId="{6DA82D89-F719-4B18-ABAA-0D43E56AF532}" dt="2026-02-09T14:33:02.281" v="594" actId="20577"/>
          <ac:spMkLst>
            <pc:docMk/>
            <pc:sldMk cId="4124489848" sldId="476"/>
            <ac:spMk id="104" creationId="{74731598-856A-F6FE-E596-0B5F2BD65D41}"/>
          </ac:spMkLst>
        </pc:spChg>
      </pc:sldChg>
      <pc:sldChg chg="addSp delSp modSp add mod">
        <pc:chgData name="diagramador@aprovasim.com" userId="08c27f4fd777aeb1" providerId="LiveId" clId="{6DA82D89-F719-4B18-ABAA-0D43E56AF532}" dt="2026-02-09T14:33:53.229" v="610"/>
        <pc:sldMkLst>
          <pc:docMk/>
          <pc:sldMk cId="3291254746" sldId="477"/>
        </pc:sldMkLst>
        <pc:spChg chg="mod">
          <ac:chgData name="diagramador@aprovasim.com" userId="08c27f4fd777aeb1" providerId="LiveId" clId="{6DA82D89-F719-4B18-ABAA-0D43E56AF532}" dt="2026-02-09T14:33:50.919" v="602" actId="948"/>
          <ac:spMkLst>
            <pc:docMk/>
            <pc:sldMk cId="3291254746" sldId="477"/>
            <ac:spMk id="2" creationId="{F554092F-DE94-0978-B254-76BADD463D89}"/>
          </ac:spMkLst>
        </pc:spChg>
      </pc:sldChg>
      <pc:sldChg chg="modSp add mod">
        <pc:chgData name="diagramador@aprovasim.com" userId="08c27f4fd777aeb1" providerId="LiveId" clId="{6DA82D89-F719-4B18-ABAA-0D43E56AF532}" dt="2026-02-09T14:34:09.562" v="613" actId="948"/>
        <pc:sldMkLst>
          <pc:docMk/>
          <pc:sldMk cId="2295932068" sldId="478"/>
        </pc:sldMkLst>
        <pc:spChg chg="mod">
          <ac:chgData name="diagramador@aprovasim.com" userId="08c27f4fd777aeb1" providerId="LiveId" clId="{6DA82D89-F719-4B18-ABAA-0D43E56AF532}" dt="2026-02-09T14:34:09.562" v="613" actId="948"/>
          <ac:spMkLst>
            <pc:docMk/>
            <pc:sldMk cId="2295932068" sldId="478"/>
            <ac:spMk id="2" creationId="{6A4FEBF3-105B-DAEE-5FF0-4D6915462B82}"/>
          </ac:spMkLst>
        </pc:spChg>
      </pc:sldChg>
      <pc:sldChg chg="modSp add mod">
        <pc:chgData name="diagramador@aprovasim.com" userId="08c27f4fd777aeb1" providerId="LiveId" clId="{6DA82D89-F719-4B18-ABAA-0D43E56AF532}" dt="2026-02-09T14:34:25.716" v="616" actId="948"/>
        <pc:sldMkLst>
          <pc:docMk/>
          <pc:sldMk cId="2415965614" sldId="479"/>
        </pc:sldMkLst>
        <pc:spChg chg="mod">
          <ac:chgData name="diagramador@aprovasim.com" userId="08c27f4fd777aeb1" providerId="LiveId" clId="{6DA82D89-F719-4B18-ABAA-0D43E56AF532}" dt="2026-02-09T14:34:25.716" v="616" actId="948"/>
          <ac:spMkLst>
            <pc:docMk/>
            <pc:sldMk cId="2415965614" sldId="479"/>
            <ac:spMk id="2" creationId="{CEB14941-AB91-3035-505B-510E081D4273}"/>
          </ac:spMkLst>
        </pc:spChg>
      </pc:sldChg>
      <pc:sldChg chg="modSp add mod">
        <pc:chgData name="diagramador@aprovasim.com" userId="08c27f4fd777aeb1" providerId="LiveId" clId="{6DA82D89-F719-4B18-ABAA-0D43E56AF532}" dt="2026-02-09T14:34:41.249" v="619" actId="948"/>
        <pc:sldMkLst>
          <pc:docMk/>
          <pc:sldMk cId="855740417" sldId="480"/>
        </pc:sldMkLst>
        <pc:spChg chg="mod">
          <ac:chgData name="diagramador@aprovasim.com" userId="08c27f4fd777aeb1" providerId="LiveId" clId="{6DA82D89-F719-4B18-ABAA-0D43E56AF532}" dt="2026-02-09T14:34:41.249" v="619" actId="948"/>
          <ac:spMkLst>
            <pc:docMk/>
            <pc:sldMk cId="855740417" sldId="480"/>
            <ac:spMk id="2" creationId="{BB0C4B97-063E-2424-D398-26741FECF70E}"/>
          </ac:spMkLst>
        </pc:spChg>
      </pc:sldChg>
      <pc:sldChg chg="modSp add mod">
        <pc:chgData name="diagramador@aprovasim.com" userId="08c27f4fd777aeb1" providerId="LiveId" clId="{6DA82D89-F719-4B18-ABAA-0D43E56AF532}" dt="2026-02-09T14:36:47.470" v="623" actId="20577"/>
        <pc:sldMkLst>
          <pc:docMk/>
          <pc:sldMk cId="2604416987" sldId="481"/>
        </pc:sldMkLst>
        <pc:spChg chg="mod">
          <ac:chgData name="diagramador@aprovasim.com" userId="08c27f4fd777aeb1" providerId="LiveId" clId="{6DA82D89-F719-4B18-ABAA-0D43E56AF532}" dt="2026-02-09T14:36:47.470" v="623" actId="20577"/>
          <ac:spMkLst>
            <pc:docMk/>
            <pc:sldMk cId="2604416987" sldId="481"/>
            <ac:spMk id="2" creationId="{92721633-4492-F59E-FE6D-73C66489765A}"/>
          </ac:spMkLst>
        </pc:spChg>
      </pc:sldChg>
      <pc:sldChg chg="modSp add mod">
        <pc:chgData name="diagramador@aprovasim.com" userId="08c27f4fd777aeb1" providerId="LiveId" clId="{6DA82D89-F719-4B18-ABAA-0D43E56AF532}" dt="2026-02-09T14:37:40.447" v="639" actId="948"/>
        <pc:sldMkLst>
          <pc:docMk/>
          <pc:sldMk cId="2552705661" sldId="482"/>
        </pc:sldMkLst>
        <pc:spChg chg="mod">
          <ac:chgData name="diagramador@aprovasim.com" userId="08c27f4fd777aeb1" providerId="LiveId" clId="{6DA82D89-F719-4B18-ABAA-0D43E56AF532}" dt="2026-02-09T14:37:40.447" v="639" actId="948"/>
          <ac:spMkLst>
            <pc:docMk/>
            <pc:sldMk cId="2552705661" sldId="482"/>
            <ac:spMk id="2" creationId="{685589DC-D37B-1E5C-9FF4-8BE3E5209D0A}"/>
          </ac:spMkLst>
        </pc:spChg>
      </pc:sldChg>
      <pc:sldChg chg="modSp add mod">
        <pc:chgData name="diagramador@aprovasim.com" userId="08c27f4fd777aeb1" providerId="LiveId" clId="{6DA82D89-F719-4B18-ABAA-0D43E56AF532}" dt="2026-02-09T14:37:50.647" v="643" actId="20577"/>
        <pc:sldMkLst>
          <pc:docMk/>
          <pc:sldMk cId="3474496741" sldId="483"/>
        </pc:sldMkLst>
        <pc:spChg chg="mod">
          <ac:chgData name="diagramador@aprovasim.com" userId="08c27f4fd777aeb1" providerId="LiveId" clId="{6DA82D89-F719-4B18-ABAA-0D43E56AF532}" dt="2026-02-09T14:37:50.647" v="643" actId="20577"/>
          <ac:spMkLst>
            <pc:docMk/>
            <pc:sldMk cId="3474496741" sldId="483"/>
            <ac:spMk id="2" creationId="{A432F2DF-6F33-2CF1-1DAF-10EA11BDA3AB}"/>
          </ac:spMkLst>
        </pc:spChg>
      </pc:sldChg>
      <pc:sldChg chg="modSp add mod">
        <pc:chgData name="diagramador@aprovasim.com" userId="08c27f4fd777aeb1" providerId="LiveId" clId="{6DA82D89-F719-4B18-ABAA-0D43E56AF532}" dt="2026-02-09T14:38:16.405" v="647" actId="20577"/>
        <pc:sldMkLst>
          <pc:docMk/>
          <pc:sldMk cId="3227739132" sldId="484"/>
        </pc:sldMkLst>
        <pc:spChg chg="mod">
          <ac:chgData name="diagramador@aprovasim.com" userId="08c27f4fd777aeb1" providerId="LiveId" clId="{6DA82D89-F719-4B18-ABAA-0D43E56AF532}" dt="2026-02-09T14:38:16.405" v="647" actId="20577"/>
          <ac:spMkLst>
            <pc:docMk/>
            <pc:sldMk cId="3227739132" sldId="484"/>
            <ac:spMk id="2" creationId="{6B2002D8-6689-A713-80B5-F861F68C9F2B}"/>
          </ac:spMkLst>
        </pc:spChg>
      </pc:sldChg>
      <pc:sldChg chg="modSp add mod">
        <pc:chgData name="diagramador@aprovasim.com" userId="08c27f4fd777aeb1" providerId="LiveId" clId="{6DA82D89-F719-4B18-ABAA-0D43E56AF532}" dt="2026-02-09T14:38:39.276" v="661" actId="20577"/>
        <pc:sldMkLst>
          <pc:docMk/>
          <pc:sldMk cId="3713488853" sldId="485"/>
        </pc:sldMkLst>
        <pc:spChg chg="mod">
          <ac:chgData name="diagramador@aprovasim.com" userId="08c27f4fd777aeb1" providerId="LiveId" clId="{6DA82D89-F719-4B18-ABAA-0D43E56AF532}" dt="2026-02-09T14:38:39.276" v="661" actId="20577"/>
          <ac:spMkLst>
            <pc:docMk/>
            <pc:sldMk cId="3713488853" sldId="485"/>
            <ac:spMk id="2" creationId="{2F37B1F0-483D-EEDC-CE95-D60D0D328420}"/>
          </ac:spMkLst>
        </pc:spChg>
      </pc:sldChg>
      <pc:sldChg chg="modSp add mod ord">
        <pc:chgData name="diagramador@aprovasim.com" userId="08c27f4fd777aeb1" providerId="LiveId" clId="{6DA82D89-F719-4B18-ABAA-0D43E56AF532}" dt="2026-02-09T14:39:05.993" v="687" actId="20577"/>
        <pc:sldMkLst>
          <pc:docMk/>
          <pc:sldMk cId="2579604126" sldId="486"/>
        </pc:sldMkLst>
        <pc:spChg chg="mod">
          <ac:chgData name="diagramador@aprovasim.com" userId="08c27f4fd777aeb1" providerId="LiveId" clId="{6DA82D89-F719-4B18-ABAA-0D43E56AF532}" dt="2026-02-09T14:39:05.993" v="687" actId="20577"/>
          <ac:spMkLst>
            <pc:docMk/>
            <pc:sldMk cId="2579604126" sldId="486"/>
            <ac:spMk id="104" creationId="{44ADCDD1-0BCF-7F44-43BA-B7915B3541FF}"/>
          </ac:spMkLst>
        </pc:spChg>
      </pc:sldChg>
      <pc:sldChg chg="modSp add mod">
        <pc:chgData name="diagramador@aprovasim.com" userId="08c27f4fd777aeb1" providerId="LiveId" clId="{6DA82D89-F719-4B18-ABAA-0D43E56AF532}" dt="2026-02-09T14:39:32.543" v="692" actId="179"/>
        <pc:sldMkLst>
          <pc:docMk/>
          <pc:sldMk cId="645627483" sldId="487"/>
        </pc:sldMkLst>
        <pc:spChg chg="mod">
          <ac:chgData name="diagramador@aprovasim.com" userId="08c27f4fd777aeb1" providerId="LiveId" clId="{6DA82D89-F719-4B18-ABAA-0D43E56AF532}" dt="2026-02-09T14:39:32.543" v="692" actId="179"/>
          <ac:spMkLst>
            <pc:docMk/>
            <pc:sldMk cId="645627483" sldId="487"/>
            <ac:spMk id="2" creationId="{D1F08BA2-75BC-90C1-F68E-CF2E04E3861F}"/>
          </ac:spMkLst>
        </pc:spChg>
      </pc:sldChg>
      <pc:sldChg chg="modSp add mod">
        <pc:chgData name="diagramador@aprovasim.com" userId="08c27f4fd777aeb1" providerId="LiveId" clId="{6DA82D89-F719-4B18-ABAA-0D43E56AF532}" dt="2026-02-09T14:40:04.413" v="700" actId="948"/>
        <pc:sldMkLst>
          <pc:docMk/>
          <pc:sldMk cId="705934589" sldId="488"/>
        </pc:sldMkLst>
        <pc:spChg chg="mod">
          <ac:chgData name="diagramador@aprovasim.com" userId="08c27f4fd777aeb1" providerId="LiveId" clId="{6DA82D89-F719-4B18-ABAA-0D43E56AF532}" dt="2026-02-09T14:40:04.413" v="700" actId="948"/>
          <ac:spMkLst>
            <pc:docMk/>
            <pc:sldMk cId="705934589" sldId="488"/>
            <ac:spMk id="2" creationId="{EF08E4D9-EA37-0E30-0951-B8BAE60EE5B8}"/>
          </ac:spMkLst>
        </pc:spChg>
      </pc:sldChg>
      <pc:sldChg chg="modSp add mod">
        <pc:chgData name="diagramador@aprovasim.com" userId="08c27f4fd777aeb1" providerId="LiveId" clId="{6DA82D89-F719-4B18-ABAA-0D43E56AF532}" dt="2026-02-09T14:40:33.459" v="705" actId="114"/>
        <pc:sldMkLst>
          <pc:docMk/>
          <pc:sldMk cId="1461998062" sldId="489"/>
        </pc:sldMkLst>
        <pc:spChg chg="mod">
          <ac:chgData name="diagramador@aprovasim.com" userId="08c27f4fd777aeb1" providerId="LiveId" clId="{6DA82D89-F719-4B18-ABAA-0D43E56AF532}" dt="2026-02-09T14:40:33.459" v="705" actId="114"/>
          <ac:spMkLst>
            <pc:docMk/>
            <pc:sldMk cId="1461998062" sldId="489"/>
            <ac:spMk id="2" creationId="{1DAE769B-0C23-AC17-FAD3-CBAD38702D63}"/>
          </ac:spMkLst>
        </pc:spChg>
      </pc:sldChg>
      <pc:sldChg chg="modSp add mod">
        <pc:chgData name="diagramador@aprovasim.com" userId="08c27f4fd777aeb1" providerId="LiveId" clId="{6DA82D89-F719-4B18-ABAA-0D43E56AF532}" dt="2026-02-09T14:40:55.054" v="708" actId="948"/>
        <pc:sldMkLst>
          <pc:docMk/>
          <pc:sldMk cId="2113140958" sldId="490"/>
        </pc:sldMkLst>
        <pc:spChg chg="mod">
          <ac:chgData name="diagramador@aprovasim.com" userId="08c27f4fd777aeb1" providerId="LiveId" clId="{6DA82D89-F719-4B18-ABAA-0D43E56AF532}" dt="2026-02-09T14:40:55.054" v="708" actId="948"/>
          <ac:spMkLst>
            <pc:docMk/>
            <pc:sldMk cId="2113140958" sldId="490"/>
            <ac:spMk id="2" creationId="{620AC398-2FE0-87A7-E849-347738C3D417}"/>
          </ac:spMkLst>
        </pc:spChg>
      </pc:sldChg>
      <pc:sldChg chg="modSp add mod">
        <pc:chgData name="diagramador@aprovasim.com" userId="08c27f4fd777aeb1" providerId="LiveId" clId="{6DA82D89-F719-4B18-ABAA-0D43E56AF532}" dt="2026-02-09T14:41:16.459" v="712" actId="948"/>
        <pc:sldMkLst>
          <pc:docMk/>
          <pc:sldMk cId="1819164986" sldId="491"/>
        </pc:sldMkLst>
        <pc:spChg chg="mod">
          <ac:chgData name="diagramador@aprovasim.com" userId="08c27f4fd777aeb1" providerId="LiveId" clId="{6DA82D89-F719-4B18-ABAA-0D43E56AF532}" dt="2026-02-09T14:41:16.459" v="712" actId="948"/>
          <ac:spMkLst>
            <pc:docMk/>
            <pc:sldMk cId="1819164986" sldId="491"/>
            <ac:spMk id="2" creationId="{D9A392C5-C27B-3FF2-445B-E7FABB78DFB9}"/>
          </ac:spMkLst>
        </pc:spChg>
      </pc:sldChg>
      <pc:sldChg chg="modSp add mod">
        <pc:chgData name="diagramador@aprovasim.com" userId="08c27f4fd777aeb1" providerId="LiveId" clId="{6DA82D89-F719-4B18-ABAA-0D43E56AF532}" dt="2026-02-09T14:42:03.999" v="719" actId="114"/>
        <pc:sldMkLst>
          <pc:docMk/>
          <pc:sldMk cId="689562868" sldId="492"/>
        </pc:sldMkLst>
        <pc:spChg chg="mod">
          <ac:chgData name="diagramador@aprovasim.com" userId="08c27f4fd777aeb1" providerId="LiveId" clId="{6DA82D89-F719-4B18-ABAA-0D43E56AF532}" dt="2026-02-09T14:42:03.999" v="719" actId="114"/>
          <ac:spMkLst>
            <pc:docMk/>
            <pc:sldMk cId="689562868" sldId="492"/>
            <ac:spMk id="2" creationId="{3F8765C7-1B60-6D8D-5100-FC5F8B8FB7CE}"/>
          </ac:spMkLst>
        </pc:spChg>
      </pc:sldChg>
      <pc:sldChg chg="modSp add mod">
        <pc:chgData name="diagramador@aprovasim.com" userId="08c27f4fd777aeb1" providerId="LiveId" clId="{6DA82D89-F719-4B18-ABAA-0D43E56AF532}" dt="2026-02-09T14:42:27.069" v="725" actId="114"/>
        <pc:sldMkLst>
          <pc:docMk/>
          <pc:sldMk cId="3062639225" sldId="493"/>
        </pc:sldMkLst>
        <pc:spChg chg="mod">
          <ac:chgData name="diagramador@aprovasim.com" userId="08c27f4fd777aeb1" providerId="LiveId" clId="{6DA82D89-F719-4B18-ABAA-0D43E56AF532}" dt="2026-02-09T14:42:27.069" v="725" actId="114"/>
          <ac:spMkLst>
            <pc:docMk/>
            <pc:sldMk cId="3062639225" sldId="493"/>
            <ac:spMk id="2" creationId="{43555A2A-2868-F2BD-6968-02FFBAF4E8AC}"/>
          </ac:spMkLst>
        </pc:spChg>
      </pc:sldChg>
      <pc:sldChg chg="modSp add mod">
        <pc:chgData name="diagramador@aprovasim.com" userId="08c27f4fd777aeb1" providerId="LiveId" clId="{6DA82D89-F719-4B18-ABAA-0D43E56AF532}" dt="2026-02-09T14:42:54.032" v="739" actId="20577"/>
        <pc:sldMkLst>
          <pc:docMk/>
          <pc:sldMk cId="3148277413" sldId="494"/>
        </pc:sldMkLst>
        <pc:spChg chg="mod">
          <ac:chgData name="diagramador@aprovasim.com" userId="08c27f4fd777aeb1" providerId="LiveId" clId="{6DA82D89-F719-4B18-ABAA-0D43E56AF532}" dt="2026-02-09T14:42:54.032" v="739" actId="20577"/>
          <ac:spMkLst>
            <pc:docMk/>
            <pc:sldMk cId="3148277413" sldId="494"/>
            <ac:spMk id="2" creationId="{2FF1F5F4-20D6-61DC-66A9-837353B2C5AF}"/>
          </ac:spMkLst>
        </pc:spChg>
      </pc:sldChg>
      <pc:sldChg chg="modSp add mod">
        <pc:chgData name="diagramador@aprovasim.com" userId="08c27f4fd777aeb1" providerId="LiveId" clId="{6DA82D89-F719-4B18-ABAA-0D43E56AF532}" dt="2026-02-09T14:43:21.640" v="753" actId="114"/>
        <pc:sldMkLst>
          <pc:docMk/>
          <pc:sldMk cId="3124406827" sldId="495"/>
        </pc:sldMkLst>
        <pc:spChg chg="mod">
          <ac:chgData name="diagramador@aprovasim.com" userId="08c27f4fd777aeb1" providerId="LiveId" clId="{6DA82D89-F719-4B18-ABAA-0D43E56AF532}" dt="2026-02-09T14:43:21.640" v="753" actId="114"/>
          <ac:spMkLst>
            <pc:docMk/>
            <pc:sldMk cId="3124406827" sldId="495"/>
            <ac:spMk id="2" creationId="{05938EA2-9501-65E2-7D6E-B692CE4BD804}"/>
          </ac:spMkLst>
        </pc:spChg>
      </pc:sldChg>
      <pc:sldChg chg="modSp add mod">
        <pc:chgData name="diagramador@aprovasim.com" userId="08c27f4fd777aeb1" providerId="LiveId" clId="{6DA82D89-F719-4B18-ABAA-0D43E56AF532}" dt="2026-02-09T14:43:51.825" v="767" actId="20577"/>
        <pc:sldMkLst>
          <pc:docMk/>
          <pc:sldMk cId="1190156180" sldId="496"/>
        </pc:sldMkLst>
        <pc:spChg chg="mod">
          <ac:chgData name="diagramador@aprovasim.com" userId="08c27f4fd777aeb1" providerId="LiveId" clId="{6DA82D89-F719-4B18-ABAA-0D43E56AF532}" dt="2026-02-09T14:43:51.825" v="767" actId="20577"/>
          <ac:spMkLst>
            <pc:docMk/>
            <pc:sldMk cId="1190156180" sldId="496"/>
            <ac:spMk id="2" creationId="{9E7AF291-E856-BB05-32D3-44EBE53359F0}"/>
          </ac:spMkLst>
        </pc:spChg>
      </pc:sldChg>
    </pc:docChg>
  </pc:docChgLst>
  <pc:docChgLst>
    <pc:chgData name="Diagramador 3" userId="469e67d6cc97f242" providerId="LiveId" clId="{CD6DD98B-771F-4E9C-8F85-603759ECED3A}"/>
    <pc:docChg chg="modSld">
      <pc:chgData name="Diagramador 3" userId="469e67d6cc97f242" providerId="LiveId" clId="{CD6DD98B-771F-4E9C-8F85-603759ECED3A}" dt="2026-03-02T18:26:53.385" v="1" actId="20577"/>
      <pc:docMkLst>
        <pc:docMk/>
      </pc:docMkLst>
      <pc:sldChg chg="modSp mod">
        <pc:chgData name="Diagramador 3" userId="469e67d6cc97f242" providerId="LiveId" clId="{CD6DD98B-771F-4E9C-8F85-603759ECED3A}" dt="2026-03-02T18:26:53.385" v="1" actId="20577"/>
        <pc:sldMkLst>
          <pc:docMk/>
          <pc:sldMk cId="1885894788" sldId="438"/>
        </pc:sldMkLst>
        <pc:spChg chg="mod">
          <ac:chgData name="Diagramador 3" userId="469e67d6cc97f242" providerId="LiveId" clId="{CD6DD98B-771F-4E9C-8F85-603759ECED3A}" dt="2026-03-02T18:26:53.385" v="1" actId="20577"/>
          <ac:spMkLst>
            <pc:docMk/>
            <pc:sldMk cId="1885894788" sldId="438"/>
            <ac:spMk id="2" creationId="{032E3546-7A9D-ADAA-67D4-5466FB63891F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B02EDE-24A5-48AA-8412-E7CBD7F4CFCE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45565D-9163-4ACC-BD07-86074CE937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5164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07116-AAC5-4A69-B50F-7FADCFFD150F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F6E9F-887C-44CC-AD15-3A89ED68B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5316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07116-AAC5-4A69-B50F-7FADCFFD150F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F6E9F-887C-44CC-AD15-3A89ED68B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8661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07116-AAC5-4A69-B50F-7FADCFFD150F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F6E9F-887C-44CC-AD15-3A89ED68B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5861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07116-AAC5-4A69-B50F-7FADCFFD150F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F6E9F-887C-44CC-AD15-3A89ED68B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7465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07116-AAC5-4A69-B50F-7FADCFFD150F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F6E9F-887C-44CC-AD15-3A89ED68B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5249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07116-AAC5-4A69-B50F-7FADCFFD150F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F6E9F-887C-44CC-AD15-3A89ED68B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9030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07116-AAC5-4A69-B50F-7FADCFFD150F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F6E9F-887C-44CC-AD15-3A89ED68B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336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07116-AAC5-4A69-B50F-7FADCFFD150F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F6E9F-887C-44CC-AD15-3A89ED68B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914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07116-AAC5-4A69-B50F-7FADCFFD150F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F6E9F-887C-44CC-AD15-3A89ED68B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7322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07116-AAC5-4A69-B50F-7FADCFFD150F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F6E9F-887C-44CC-AD15-3A89ED68B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479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07116-AAC5-4A69-B50F-7FADCFFD150F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F6E9F-887C-44CC-AD15-3A89ED68B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144767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07116-AAC5-4A69-B50F-7FADCFFD150F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3F6E9F-887C-44CC-AD15-3A89ED68B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6473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C18723-6178-21FC-36D1-60762899D4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0CF3587-5D7A-DFC4-68EB-1C47483231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7369" y="4154521"/>
            <a:ext cx="4057262" cy="660076"/>
          </a:xfrm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Inter ExtraLight" panose="02000503000000020004" pitchFamily="2" charset="0"/>
                <a:ea typeface="Inter ExtraLight" panose="02000503000000020004" pitchFamily="2" charset="0"/>
              </a:rPr>
              <a:t>Nome do professor aqui</a:t>
            </a:r>
          </a:p>
        </p:txBody>
      </p:sp>
      <p:pic>
        <p:nvPicPr>
          <p:cNvPr id="4" name="Google Shape;99;p1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C2E0C6ED-BDB7-4C51-09AF-1D30699614A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48187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2135155" y="2767141"/>
            <a:ext cx="7921690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1" i="0" u="none" strike="noStrike" cap="none" dirty="0">
                <a:solidFill>
                  <a:srgbClr val="2F5496"/>
                </a:solidFill>
                <a:latin typeface="Arial Black"/>
                <a:ea typeface="Arial Black"/>
                <a:cs typeface="Arial Black"/>
                <a:sym typeface="Arial Black"/>
              </a:rPr>
              <a:t>ATUALIDADES DO MERCADO FINANCEIRO</a:t>
            </a:r>
            <a:endParaRPr dirty="0"/>
          </a:p>
        </p:txBody>
      </p:sp>
      <p:sp>
        <p:nvSpPr>
          <p:cNvPr id="90" name="Google Shape;90;p2"/>
          <p:cNvSpPr txBox="1"/>
          <p:nvPr/>
        </p:nvSpPr>
        <p:spPr>
          <a:xfrm>
            <a:off x="2135155" y="4521151"/>
            <a:ext cx="78486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Professor: </a:t>
            </a:r>
            <a:r>
              <a:rPr lang="pt-BR" sz="28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Baldacci</a:t>
            </a:r>
            <a:endParaRPr dirty="0"/>
          </a:p>
        </p:txBody>
      </p:sp>
      <p:sp>
        <p:nvSpPr>
          <p:cNvPr id="91" name="Google Shape;91;p2"/>
          <p:cNvSpPr txBox="1"/>
          <p:nvPr/>
        </p:nvSpPr>
        <p:spPr>
          <a:xfrm>
            <a:off x="1205592" y="1536310"/>
            <a:ext cx="978081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400" b="1" i="0" u="none" strike="noStrike" cap="none" dirty="0">
                <a:solidFill>
                  <a:srgbClr val="FF3300"/>
                </a:solidFill>
                <a:latin typeface="Arial Black"/>
                <a:ea typeface="Arial Black"/>
                <a:cs typeface="Arial Black"/>
                <a:sym typeface="Arial Black"/>
              </a:rPr>
              <a:t>MESTRE EM QUESTÕES</a:t>
            </a:r>
            <a:endParaRPr dirty="0"/>
          </a:p>
        </p:txBody>
      </p:sp>
      <p:pic>
        <p:nvPicPr>
          <p:cNvPr id="92" name="Google Shape;92;p2" descr="Uma imagem contendo Forma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1153" y="6369634"/>
            <a:ext cx="1334040" cy="285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407988" y="1016000"/>
            <a:ext cx="11376025" cy="50833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</a:pPr>
            <a:r>
              <a:rPr lang="pt-BR" sz="2200" b="1" spc="15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Os diretores de um banco procuraram influenciadores digitais para lhes apresentar os fundos de investimento do banco. Eles sabem que os influenciadores digitais divulgam informalmente produtos bancários e oferecem conselhos ou informações sobre investimentos financeiros, dizendo, por exemplo, quais, dentre as diversas opções de aplicações financeiras, são as melhores para o tipo de audiência que o acompanha. Os influenciadores digitais, portanto, funcionam como:</a:t>
            </a:r>
            <a:endParaRPr lang="pt-BR" sz="2200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</a:pPr>
            <a:r>
              <a:rPr lang="pt-BR" sz="2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  <a:p>
            <a:pPr marL="215900" indent="-215900" algn="just">
              <a:lnSpc>
                <a:spcPct val="107000"/>
              </a:lnSpc>
              <a:spcAft>
                <a:spcPts val="600"/>
              </a:spcAft>
            </a:pPr>
            <a:r>
              <a:rPr lang="pt-BR" sz="2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A) fontes de intervenção.</a:t>
            </a:r>
          </a:p>
          <a:p>
            <a:pPr marL="215900" indent="-215900" algn="just">
              <a:lnSpc>
                <a:spcPct val="107000"/>
              </a:lnSpc>
              <a:spcAft>
                <a:spcPts val="600"/>
              </a:spcAft>
            </a:pPr>
            <a:r>
              <a:rPr lang="pt-BR" sz="2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B) grupo de afinidade.</a:t>
            </a:r>
          </a:p>
          <a:p>
            <a:pPr marL="215900" indent="-215900" algn="just">
              <a:lnSpc>
                <a:spcPct val="107000"/>
              </a:lnSpc>
              <a:spcAft>
                <a:spcPts val="600"/>
              </a:spcAft>
            </a:pPr>
            <a:r>
              <a:rPr lang="pt-BR" sz="2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C) referências primárias.</a:t>
            </a:r>
          </a:p>
          <a:p>
            <a:pPr marL="215900" indent="-215900" algn="just">
              <a:lnSpc>
                <a:spcPct val="107000"/>
              </a:lnSpc>
              <a:spcAft>
                <a:spcPts val="600"/>
              </a:spcAft>
            </a:pPr>
            <a:r>
              <a:rPr lang="pt-BR" sz="2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D) líderes de opinião.</a:t>
            </a:r>
          </a:p>
          <a:p>
            <a:pPr marL="215900" indent="-215900" algn="just">
              <a:lnSpc>
                <a:spcPct val="107000"/>
              </a:lnSpc>
            </a:pPr>
            <a:r>
              <a:rPr lang="pt-BR" sz="2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E) grupo de dissociação.</a:t>
            </a:r>
          </a:p>
        </p:txBody>
      </p:sp>
    </p:spTree>
    <p:extLst>
      <p:ext uri="{BB962C8B-B14F-4D97-AF65-F5344CB8AC3E}">
        <p14:creationId xmlns:p14="http://schemas.microsoft.com/office/powerpoint/2010/main" val="2176294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1738</TotalTime>
  <Words>12649</Words>
  <Application>Microsoft Office PowerPoint</Application>
  <PresentationFormat>Widescreen</PresentationFormat>
  <Paragraphs>832</Paragraphs>
  <Slides>137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137</vt:i4>
      </vt:variant>
    </vt:vector>
  </HeadingPairs>
  <TitlesOfParts>
    <vt:vector size="144" baseType="lpstr">
      <vt:lpstr>Aptos</vt:lpstr>
      <vt:lpstr>Arial</vt:lpstr>
      <vt:lpstr>Arial Black</vt:lpstr>
      <vt:lpstr>Calibri</vt:lpstr>
      <vt:lpstr>Calibri Light</vt:lpstr>
      <vt:lpstr>Inter ExtraLight</vt:lpstr>
      <vt:lpstr>Office Theme</vt:lpstr>
      <vt:lpstr>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Administrativo - Aprovasim</dc:creator>
  <cp:lastModifiedBy>Diagramador 3</cp:lastModifiedBy>
  <cp:revision>275</cp:revision>
  <dcterms:created xsi:type="dcterms:W3CDTF">2022-10-04T12:44:15Z</dcterms:created>
  <dcterms:modified xsi:type="dcterms:W3CDTF">2026-03-02T18:27:03Z</dcterms:modified>
</cp:coreProperties>
</file>
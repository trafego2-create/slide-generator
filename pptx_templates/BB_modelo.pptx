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0"/>
  </p:notesMasterIdLst>
  <p:sldIdLst>
    <p:sldId id="268" r:id="rId2"/>
    <p:sldId id="256" r:id="rId3"/>
    <p:sldId id="49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57" userDrawn="1">
          <p15:clr>
            <a:srgbClr val="A4A3A4"/>
          </p15:clr>
        </p15:guide>
        <p15:guide id="2" pos="7423" userDrawn="1">
          <p15:clr>
            <a:srgbClr val="A4A3A4"/>
          </p15:clr>
        </p15:guide>
        <p15:guide id="3" orient="horz" pos="640" userDrawn="1">
          <p15:clr>
            <a:srgbClr val="A4A3A4"/>
          </p15:clr>
        </p15:guide>
        <p15:guide id="4" orient="horz" pos="388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9433C93-73B7-0E4B-808E-05F9D8372758}" name="Produto 4" initials="P4" userId="df0a78875dbc6480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istrativo - Aprovasim" initials="AA" lastIdx="1" clrIdx="0">
    <p:extLst>
      <p:ext uri="{19B8F6BF-5375-455C-9EA6-DF929625EA0E}">
        <p15:presenceInfo xmlns:p15="http://schemas.microsoft.com/office/powerpoint/2012/main" userId="456e7a917211350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C4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65FE1D-CC1F-42B2-BFF4-3DD754D06CD5}" v="32" dt="2026-07-02T12:26:26.5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Estilo Médio 3 - Ênfas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Estilo Escuro 2 - Ênfase 1/Ênfas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49" autoAdjust="0"/>
    <p:restoredTop sz="90557" autoAdjust="0"/>
  </p:normalViewPr>
  <p:slideViewPr>
    <p:cSldViewPr snapToGrid="0">
      <p:cViewPr varScale="1">
        <p:scale>
          <a:sx n="93" d="100"/>
          <a:sy n="93" d="100"/>
        </p:scale>
        <p:origin x="2724" y="78"/>
      </p:cViewPr>
      <p:guideLst>
        <p:guide pos="257"/>
        <p:guide pos="7423"/>
        <p:guide orient="horz" pos="640"/>
        <p:guide orient="horz" pos="3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commentAuthors" Target="commentAuthors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8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agramador@aprovasim.com" userId="08c27f4fd777aeb1" providerId="LiveId" clId="{6DA82D89-F719-4B18-ABAA-0D43E56AF532}"/>
    <pc:docChg chg="undo custSel addSld delSld modSld sldOrd">
      <pc:chgData name="diagramador@aprovasim.com" userId="08c27f4fd777aeb1" providerId="LiveId" clId="{6DA82D89-F719-4B18-ABAA-0D43E56AF532}" dt="2026-07-02T12:28:50.590" v="1350" actId="948"/>
      <pc:docMkLst>
        <pc:docMk/>
      </pc:docMkLst>
      <pc:sldChg chg="modSp mod">
        <pc:chgData name="diagramador@aprovasim.com" userId="08c27f4fd777aeb1" providerId="LiveId" clId="{6DA82D89-F719-4B18-ABAA-0D43E56AF532}" dt="2026-07-01T17:13:35.384" v="525" actId="20577"/>
        <pc:sldMkLst>
          <pc:docMk/>
          <pc:sldMk cId="0" sldId="256"/>
        </pc:sldMkLst>
        <pc:spChg chg="mod">
          <ac:chgData name="diagramador@aprovasim.com" userId="08c27f4fd777aeb1" providerId="LiveId" clId="{6DA82D89-F719-4B18-ABAA-0D43E56AF532}" dt="2026-07-01T17:13:35.384" v="525" actId="20577"/>
          <ac:spMkLst>
            <pc:docMk/>
            <pc:sldMk cId="0" sldId="256"/>
            <ac:spMk id="90" creationId="{00000000-0000-0000-0000-000000000000}"/>
          </ac:spMkLst>
        </pc:spChg>
      </pc:sldChg>
      <pc:sldChg chg="modSp mod">
        <pc:chgData name="diagramador@aprovasim.com" userId="08c27f4fd777aeb1" providerId="LiveId" clId="{6DA82D89-F719-4B18-ABAA-0D43E56AF532}" dt="2026-07-01T17:13:54.794" v="557" actId="1076"/>
        <pc:sldMkLst>
          <pc:docMk/>
          <pc:sldMk cId="0" sldId="258"/>
        </pc:sldMkLst>
        <pc:spChg chg="mod">
          <ac:chgData name="diagramador@aprovasim.com" userId="08c27f4fd777aeb1" providerId="LiveId" clId="{6DA82D89-F719-4B18-ABAA-0D43E56AF532}" dt="2026-07-01T17:13:54.794" v="557" actId="1076"/>
          <ac:spMkLst>
            <pc:docMk/>
            <pc:sldMk cId="0" sldId="258"/>
            <ac:spMk id="104" creationId="{00000000-0000-0000-0000-000000000000}"/>
          </ac:spMkLst>
        </pc:spChg>
      </pc:sldChg>
      <pc:sldChg chg="modSp mod">
        <pc:chgData name="diagramador@aprovasim.com" userId="08c27f4fd777aeb1" providerId="LiveId" clId="{6DA82D89-F719-4B18-ABAA-0D43E56AF532}" dt="2026-07-01T18:21:45.549" v="1298" actId="113"/>
        <pc:sldMkLst>
          <pc:docMk/>
          <pc:sldMk cId="2176294315" sldId="291"/>
        </pc:sldMkLst>
        <pc:spChg chg="mod">
          <ac:chgData name="diagramador@aprovasim.com" userId="08c27f4fd777aeb1" providerId="LiveId" clId="{6DA82D89-F719-4B18-ABAA-0D43E56AF532}" dt="2026-07-01T18:21:45.549" v="1298" actId="113"/>
          <ac:spMkLst>
            <pc:docMk/>
            <pc:sldMk cId="2176294315" sldId="291"/>
            <ac:spMk id="2" creationId="{00000000-0000-0000-0000-000000000000}"/>
          </ac:spMkLst>
        </pc:spChg>
      </pc:sldChg>
      <pc:sldChg chg="modSp mod">
        <pc:chgData name="diagramador@aprovasim.com" userId="08c27f4fd777aeb1" providerId="LiveId" clId="{6DA82D89-F719-4B18-ABAA-0D43E56AF532}" dt="2026-07-01T17:16:32.689" v="596" actId="255"/>
        <pc:sldMkLst>
          <pc:docMk/>
          <pc:sldMk cId="2155793808" sldId="346"/>
        </pc:sldMkLst>
        <pc:spChg chg="mod">
          <ac:chgData name="diagramador@aprovasim.com" userId="08c27f4fd777aeb1" providerId="LiveId" clId="{6DA82D89-F719-4B18-ABAA-0D43E56AF532}" dt="2026-07-01T17:16:32.689" v="596" actId="255"/>
          <ac:spMkLst>
            <pc:docMk/>
            <pc:sldMk cId="2155793808" sldId="346"/>
            <ac:spMk id="4" creationId="{00000000-0000-0000-0000-000000000000}"/>
          </ac:spMkLst>
        </pc:spChg>
      </pc:sldChg>
      <pc:sldChg chg="delSp modSp mod">
        <pc:chgData name="diagramador@aprovasim.com" userId="08c27f4fd777aeb1" providerId="LiveId" clId="{6DA82D89-F719-4B18-ABAA-0D43E56AF532}" dt="2026-07-01T18:21:42.378" v="1297" actId="113"/>
        <pc:sldMkLst>
          <pc:docMk/>
          <pc:sldMk cId="2593181943" sldId="347"/>
        </pc:sldMkLst>
        <pc:spChg chg="mod">
          <ac:chgData name="diagramador@aprovasim.com" userId="08c27f4fd777aeb1" providerId="LiveId" clId="{6DA82D89-F719-4B18-ABAA-0D43E56AF532}" dt="2026-07-01T18:21:42.378" v="1297" actId="113"/>
          <ac:spMkLst>
            <pc:docMk/>
            <pc:sldMk cId="2593181943" sldId="347"/>
            <ac:spMk id="2" creationId="{0E9A851E-AC82-14B8-ED91-99B52512CAF0}"/>
          </ac:spMkLst>
        </pc:spChg>
      </pc:sldChg>
      <pc:sldChg chg="modSp del mod">
        <pc:chgData name="diagramador@aprovasim.com" userId="08c27f4fd777aeb1" providerId="LiveId" clId="{6DA82D89-F719-4B18-ABAA-0D43E56AF532}" dt="2026-07-01T17:20:29.121" v="620" actId="47"/>
        <pc:sldMkLst>
          <pc:docMk/>
          <pc:sldMk cId="334342296" sldId="348"/>
        </pc:sldMkLst>
      </pc:sldChg>
      <pc:sldChg chg="modSp mod">
        <pc:chgData name="diagramador@aprovasim.com" userId="08c27f4fd777aeb1" providerId="LiveId" clId="{6DA82D89-F719-4B18-ABAA-0D43E56AF532}" dt="2026-07-01T18:21:38.785" v="1296" actId="113"/>
        <pc:sldMkLst>
          <pc:docMk/>
          <pc:sldMk cId="1036295510" sldId="349"/>
        </pc:sldMkLst>
        <pc:spChg chg="mod">
          <ac:chgData name="diagramador@aprovasim.com" userId="08c27f4fd777aeb1" providerId="LiveId" clId="{6DA82D89-F719-4B18-ABAA-0D43E56AF532}" dt="2026-07-01T18:21:38.785" v="1296" actId="113"/>
          <ac:spMkLst>
            <pc:docMk/>
            <pc:sldMk cId="1036295510" sldId="349"/>
            <ac:spMk id="2" creationId="{AA318B19-E15A-6CEC-E150-039F7361ED23}"/>
          </ac:spMkLst>
        </pc:spChg>
      </pc:sldChg>
      <pc:sldChg chg="modSp mod">
        <pc:chgData name="diagramador@aprovasim.com" userId="08c27f4fd777aeb1" providerId="LiveId" clId="{6DA82D89-F719-4B18-ABAA-0D43E56AF532}" dt="2026-07-01T17:24:23.261" v="671" actId="20577"/>
        <pc:sldMkLst>
          <pc:docMk/>
          <pc:sldMk cId="1350232776" sldId="350"/>
        </pc:sldMkLst>
        <pc:spChg chg="mod">
          <ac:chgData name="diagramador@aprovasim.com" userId="08c27f4fd777aeb1" providerId="LiveId" clId="{6DA82D89-F719-4B18-ABAA-0D43E56AF532}" dt="2026-07-01T17:24:23.261" v="671" actId="20577"/>
          <ac:spMkLst>
            <pc:docMk/>
            <pc:sldMk cId="1350232776" sldId="350"/>
            <ac:spMk id="4" creationId="{B9F821AD-8209-74B5-1BF5-51AF690D80EA}"/>
          </ac:spMkLst>
        </pc:spChg>
      </pc:sldChg>
      <pc:sldChg chg="modSp mod">
        <pc:chgData name="diagramador@aprovasim.com" userId="08c27f4fd777aeb1" providerId="LiveId" clId="{6DA82D89-F719-4B18-ABAA-0D43E56AF532}" dt="2026-07-01T17:49:19.917" v="800" actId="113"/>
        <pc:sldMkLst>
          <pc:docMk/>
          <pc:sldMk cId="1140742769" sldId="351"/>
        </pc:sldMkLst>
        <pc:spChg chg="mod">
          <ac:chgData name="diagramador@aprovasim.com" userId="08c27f4fd777aeb1" providerId="LiveId" clId="{6DA82D89-F719-4B18-ABAA-0D43E56AF532}" dt="2026-07-01T17:49:19.917" v="800" actId="113"/>
          <ac:spMkLst>
            <pc:docMk/>
            <pc:sldMk cId="1140742769" sldId="351"/>
            <ac:spMk id="2" creationId="{9F93558D-B893-0122-7551-86C9C0C34045}"/>
          </ac:spMkLst>
        </pc:spChg>
      </pc:sldChg>
      <pc:sldChg chg="addSp delSp modSp mod modCm">
        <pc:chgData name="diagramador@aprovasim.com" userId="08c27f4fd777aeb1" providerId="LiveId" clId="{6DA82D89-F719-4B18-ABAA-0D43E56AF532}" dt="2026-07-01T17:38:33.353" v="719" actId="20577"/>
        <pc:sldMkLst>
          <pc:docMk/>
          <pc:sldMk cId="3104311057" sldId="352"/>
        </pc:sldMkLst>
        <pc:spChg chg="add del mod">
          <ac:chgData name="diagramador@aprovasim.com" userId="08c27f4fd777aeb1" providerId="LiveId" clId="{6DA82D89-F719-4B18-ABAA-0D43E56AF532}" dt="2026-07-01T17:38:33.353" v="719" actId="20577"/>
          <ac:spMkLst>
            <pc:docMk/>
            <pc:sldMk cId="3104311057" sldId="352"/>
            <ac:spMk id="4" creationId="{4BBA00BD-568C-D6D3-0207-6E5CE1E18A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diagramador@aprovasim.com" userId="08c27f4fd777aeb1" providerId="LiveId" clId="{6DA82D89-F719-4B18-ABAA-0D43E56AF532}" dt="2026-07-01T17:37:42.217" v="716" actId="478"/>
              <pc2:cmMkLst xmlns:pc2="http://schemas.microsoft.com/office/powerpoint/2019/9/main/command">
                <pc:docMk/>
                <pc:sldMk cId="3104311057" sldId="352"/>
                <pc2:cmMk id="{6354A394-061B-4BD8-B6C0-2622117CFAC1}"/>
              </pc2:cmMkLst>
            </pc226:cmChg>
          </p:ext>
        </pc:extLst>
      </pc:sldChg>
      <pc:sldChg chg="modSp mod">
        <pc:chgData name="diagramador@aprovasim.com" userId="08c27f4fd777aeb1" providerId="LiveId" clId="{6DA82D89-F719-4B18-ABAA-0D43E56AF532}" dt="2026-07-01T17:49:16.688" v="799" actId="113"/>
        <pc:sldMkLst>
          <pc:docMk/>
          <pc:sldMk cId="2836150108" sldId="353"/>
        </pc:sldMkLst>
        <pc:spChg chg="mod">
          <ac:chgData name="diagramador@aprovasim.com" userId="08c27f4fd777aeb1" providerId="LiveId" clId="{6DA82D89-F719-4B18-ABAA-0D43E56AF532}" dt="2026-07-01T17:49:16.688" v="799" actId="113"/>
          <ac:spMkLst>
            <pc:docMk/>
            <pc:sldMk cId="2836150108" sldId="353"/>
            <ac:spMk id="2" creationId="{12C2015D-A6D8-6D1B-AE8E-D22EB173086A}"/>
          </ac:spMkLst>
        </pc:spChg>
      </pc:sldChg>
      <pc:sldChg chg="modSp mod">
        <pc:chgData name="diagramador@aprovasim.com" userId="08c27f4fd777aeb1" providerId="LiveId" clId="{6DA82D89-F719-4B18-ABAA-0D43E56AF532}" dt="2026-07-01T17:50:25.527" v="821" actId="947"/>
        <pc:sldMkLst>
          <pc:docMk/>
          <pc:sldMk cId="1355115418" sldId="354"/>
        </pc:sldMkLst>
        <pc:spChg chg="mod">
          <ac:chgData name="diagramador@aprovasim.com" userId="08c27f4fd777aeb1" providerId="LiveId" clId="{6DA82D89-F719-4B18-ABAA-0D43E56AF532}" dt="2026-07-01T17:50:25.527" v="821" actId="947"/>
          <ac:spMkLst>
            <pc:docMk/>
            <pc:sldMk cId="1355115418" sldId="354"/>
            <ac:spMk id="4" creationId="{5107959D-F9D2-9F80-2215-DF750CB48322}"/>
          </ac:spMkLst>
        </pc:spChg>
      </pc:sldChg>
      <pc:sldChg chg="addSp delSp modSp mod">
        <pc:chgData name="diagramador@aprovasim.com" userId="08c27f4fd777aeb1" providerId="LiveId" clId="{6DA82D89-F719-4B18-ABAA-0D43E56AF532}" dt="2026-07-02T12:24:25.179" v="1304" actId="313"/>
        <pc:sldMkLst>
          <pc:docMk/>
          <pc:sldMk cId="3494083821" sldId="355"/>
        </pc:sldMkLst>
        <pc:spChg chg="mod">
          <ac:chgData name="diagramador@aprovasim.com" userId="08c27f4fd777aeb1" providerId="LiveId" clId="{6DA82D89-F719-4B18-ABAA-0D43E56AF532}" dt="2026-07-02T12:24:25.179" v="1304" actId="313"/>
          <ac:spMkLst>
            <pc:docMk/>
            <pc:sldMk cId="3494083821" sldId="355"/>
            <ac:spMk id="2" creationId="{CE633A5A-6532-E865-EBC3-D8E71EA15179}"/>
          </ac:spMkLst>
        </pc:spChg>
        <pc:picChg chg="add del mod">
          <ac:chgData name="diagramador@aprovasim.com" userId="08c27f4fd777aeb1" providerId="LiveId" clId="{6DA82D89-F719-4B18-ABAA-0D43E56AF532}" dt="2026-07-01T17:47:20.450" v="742" actId="478"/>
          <ac:picMkLst>
            <pc:docMk/>
            <pc:sldMk cId="3494083821" sldId="355"/>
            <ac:picMk id="6" creationId="{9FEC5BFC-5F75-5DFF-8095-80F99C272FD2}"/>
          </ac:picMkLst>
        </pc:picChg>
        <pc:picChg chg="add del mod">
          <ac:chgData name="diagramador@aprovasim.com" userId="08c27f4fd777aeb1" providerId="LiveId" clId="{6DA82D89-F719-4B18-ABAA-0D43E56AF532}" dt="2026-07-01T17:47:20.880" v="743" actId="478"/>
          <ac:picMkLst>
            <pc:docMk/>
            <pc:sldMk cId="3494083821" sldId="355"/>
            <ac:picMk id="8" creationId="{96F52FBB-A248-9C8A-FC29-B219D220E864}"/>
          </ac:picMkLst>
        </pc:picChg>
        <pc:picChg chg="add del mod">
          <ac:chgData name="diagramador@aprovasim.com" userId="08c27f4fd777aeb1" providerId="LiveId" clId="{6DA82D89-F719-4B18-ABAA-0D43E56AF532}" dt="2026-07-01T17:47:21.297" v="744" actId="478"/>
          <ac:picMkLst>
            <pc:docMk/>
            <pc:sldMk cId="3494083821" sldId="355"/>
            <ac:picMk id="10" creationId="{24637A13-6F31-EE90-3012-C079431BD021}"/>
          </ac:picMkLst>
        </pc:picChg>
        <pc:picChg chg="add del mod">
          <ac:chgData name="diagramador@aprovasim.com" userId="08c27f4fd777aeb1" providerId="LiveId" clId="{6DA82D89-F719-4B18-ABAA-0D43E56AF532}" dt="2026-07-01T17:47:21.677" v="745" actId="478"/>
          <ac:picMkLst>
            <pc:docMk/>
            <pc:sldMk cId="3494083821" sldId="355"/>
            <ac:picMk id="12" creationId="{45B5EB4B-65D4-0105-6ABE-EA9A7F4D3139}"/>
          </ac:picMkLst>
        </pc:picChg>
        <pc:picChg chg="add del mod">
          <ac:chgData name="diagramador@aprovasim.com" userId="08c27f4fd777aeb1" providerId="LiveId" clId="{6DA82D89-F719-4B18-ABAA-0D43E56AF532}" dt="2026-07-01T17:47:21.967" v="746" actId="478"/>
          <ac:picMkLst>
            <pc:docMk/>
            <pc:sldMk cId="3494083821" sldId="355"/>
            <ac:picMk id="14" creationId="{4F9D97C6-0F55-73C4-03BC-3217F7B694E4}"/>
          </ac:picMkLst>
        </pc:picChg>
      </pc:sldChg>
      <pc:sldChg chg="modSp mod">
        <pc:chgData name="diagramador@aprovasim.com" userId="08c27f4fd777aeb1" providerId="LiveId" clId="{6DA82D89-F719-4B18-ABAA-0D43E56AF532}" dt="2026-07-01T17:50:15.347" v="819" actId="947"/>
        <pc:sldMkLst>
          <pc:docMk/>
          <pc:sldMk cId="630176912" sldId="356"/>
        </pc:sldMkLst>
        <pc:spChg chg="mod">
          <ac:chgData name="diagramador@aprovasim.com" userId="08c27f4fd777aeb1" providerId="LiveId" clId="{6DA82D89-F719-4B18-ABAA-0D43E56AF532}" dt="2026-07-01T17:50:15.347" v="819" actId="947"/>
          <ac:spMkLst>
            <pc:docMk/>
            <pc:sldMk cId="630176912" sldId="356"/>
            <ac:spMk id="4" creationId="{77CB037C-364B-D9C4-AAD5-C094AD3FCCD4}"/>
          </ac:spMkLst>
        </pc:spChg>
      </pc:sldChg>
      <pc:sldChg chg="addSp delSp modSp mod">
        <pc:chgData name="diagramador@aprovasim.com" userId="08c27f4fd777aeb1" providerId="LiveId" clId="{6DA82D89-F719-4B18-ABAA-0D43E56AF532}" dt="2026-07-01T17:49:08.477" v="797" actId="113"/>
        <pc:sldMkLst>
          <pc:docMk/>
          <pc:sldMk cId="3018354947" sldId="471"/>
        </pc:sldMkLst>
        <pc:spChg chg="mod">
          <ac:chgData name="diagramador@aprovasim.com" userId="08c27f4fd777aeb1" providerId="LiveId" clId="{6DA82D89-F719-4B18-ABAA-0D43E56AF532}" dt="2026-07-01T17:49:08.477" v="797" actId="113"/>
          <ac:spMkLst>
            <pc:docMk/>
            <pc:sldMk cId="3018354947" sldId="471"/>
            <ac:spMk id="2" creationId="{E892977A-BF95-8F16-AF64-C412C9C186A3}"/>
          </ac:spMkLst>
        </pc:spChg>
        <pc:picChg chg="add del mod">
          <ac:chgData name="diagramador@aprovasim.com" userId="08c27f4fd777aeb1" providerId="LiveId" clId="{6DA82D89-F719-4B18-ABAA-0D43E56AF532}" dt="2026-07-01T17:48:30.217" v="780" actId="478"/>
          <ac:picMkLst>
            <pc:docMk/>
            <pc:sldMk cId="3018354947" sldId="471"/>
            <ac:picMk id="4" creationId="{C8F4A82D-5F32-9594-5839-57CE7A5DFF54}"/>
          </ac:picMkLst>
        </pc:picChg>
      </pc:sldChg>
      <pc:sldChg chg="modSp mod">
        <pc:chgData name="diagramador@aprovasim.com" userId="08c27f4fd777aeb1" providerId="LiveId" clId="{6DA82D89-F719-4B18-ABAA-0D43E56AF532}" dt="2026-07-01T17:50:05.228" v="816" actId="20577"/>
        <pc:sldMkLst>
          <pc:docMk/>
          <pc:sldMk cId="2253870745" sldId="472"/>
        </pc:sldMkLst>
        <pc:spChg chg="mod">
          <ac:chgData name="diagramador@aprovasim.com" userId="08c27f4fd777aeb1" providerId="LiveId" clId="{6DA82D89-F719-4B18-ABAA-0D43E56AF532}" dt="2026-07-01T17:50:05.228" v="816" actId="20577"/>
          <ac:spMkLst>
            <pc:docMk/>
            <pc:sldMk cId="2253870745" sldId="472"/>
            <ac:spMk id="4" creationId="{700AFBBD-3C92-CEB5-BDF8-8C1C8A685A39}"/>
          </ac:spMkLst>
        </pc:spChg>
      </pc:sldChg>
      <pc:sldChg chg="modSp mod">
        <pc:chgData name="diagramador@aprovasim.com" userId="08c27f4fd777aeb1" providerId="LiveId" clId="{6DA82D89-F719-4B18-ABAA-0D43E56AF532}" dt="2026-07-01T18:21:31.771" v="1295" actId="113"/>
        <pc:sldMkLst>
          <pc:docMk/>
          <pc:sldMk cId="3316212990" sldId="473"/>
        </pc:sldMkLst>
        <pc:spChg chg="mod">
          <ac:chgData name="diagramador@aprovasim.com" userId="08c27f4fd777aeb1" providerId="LiveId" clId="{6DA82D89-F719-4B18-ABAA-0D43E56AF532}" dt="2026-07-01T18:21:31.771" v="1295" actId="113"/>
          <ac:spMkLst>
            <pc:docMk/>
            <pc:sldMk cId="3316212990" sldId="473"/>
            <ac:spMk id="2" creationId="{74E4FE85-7102-9B5B-F257-BAC352EEF7B4}"/>
          </ac:spMkLst>
        </pc:spChg>
      </pc:sldChg>
      <pc:sldChg chg="modSp mod">
        <pc:chgData name="diagramador@aprovasim.com" userId="08c27f4fd777aeb1" providerId="LiveId" clId="{6DA82D89-F719-4B18-ABAA-0D43E56AF532}" dt="2026-07-01T17:59:10.259" v="868" actId="114"/>
        <pc:sldMkLst>
          <pc:docMk/>
          <pc:sldMk cId="1871355218" sldId="474"/>
        </pc:sldMkLst>
        <pc:spChg chg="mod">
          <ac:chgData name="diagramador@aprovasim.com" userId="08c27f4fd777aeb1" providerId="LiveId" clId="{6DA82D89-F719-4B18-ABAA-0D43E56AF532}" dt="2026-07-01T17:59:10.259" v="868" actId="114"/>
          <ac:spMkLst>
            <pc:docMk/>
            <pc:sldMk cId="1871355218" sldId="474"/>
            <ac:spMk id="4" creationId="{3A741841-FA53-EC69-96D1-55BFB67FA374}"/>
          </ac:spMkLst>
        </pc:spChg>
      </pc:sldChg>
      <pc:sldChg chg="modSp mod">
        <pc:chgData name="diagramador@aprovasim.com" userId="08c27f4fd777aeb1" providerId="LiveId" clId="{6DA82D89-F719-4B18-ABAA-0D43E56AF532}" dt="2026-07-01T18:21:28.272" v="1294" actId="113"/>
        <pc:sldMkLst>
          <pc:docMk/>
          <pc:sldMk cId="3855689532" sldId="475"/>
        </pc:sldMkLst>
        <pc:spChg chg="mod">
          <ac:chgData name="diagramador@aprovasim.com" userId="08c27f4fd777aeb1" providerId="LiveId" clId="{6DA82D89-F719-4B18-ABAA-0D43E56AF532}" dt="2026-07-01T18:21:28.272" v="1294" actId="113"/>
          <ac:spMkLst>
            <pc:docMk/>
            <pc:sldMk cId="3855689532" sldId="475"/>
            <ac:spMk id="2" creationId="{182835B0-EF5C-6899-C172-E5EF52AEF583}"/>
          </ac:spMkLst>
        </pc:spChg>
      </pc:sldChg>
      <pc:sldChg chg="modSp mod">
        <pc:chgData name="diagramador@aprovasim.com" userId="08c27f4fd777aeb1" providerId="LiveId" clId="{6DA82D89-F719-4B18-ABAA-0D43E56AF532}" dt="2026-07-01T18:05:02.773" v="900" actId="948"/>
        <pc:sldMkLst>
          <pc:docMk/>
          <pc:sldMk cId="3371201499" sldId="476"/>
        </pc:sldMkLst>
        <pc:spChg chg="mod">
          <ac:chgData name="diagramador@aprovasim.com" userId="08c27f4fd777aeb1" providerId="LiveId" clId="{6DA82D89-F719-4B18-ABAA-0D43E56AF532}" dt="2026-07-01T18:05:02.773" v="900" actId="948"/>
          <ac:spMkLst>
            <pc:docMk/>
            <pc:sldMk cId="3371201499" sldId="476"/>
            <ac:spMk id="4" creationId="{317E5782-9236-7C9B-1DE4-F64596DC81EA}"/>
          </ac:spMkLst>
        </pc:spChg>
      </pc:sldChg>
      <pc:sldChg chg="modSp mod">
        <pc:chgData name="diagramador@aprovasim.com" userId="08c27f4fd777aeb1" providerId="LiveId" clId="{6DA82D89-F719-4B18-ABAA-0D43E56AF532}" dt="2026-07-01T18:21:24.757" v="1293" actId="113"/>
        <pc:sldMkLst>
          <pc:docMk/>
          <pc:sldMk cId="487046337" sldId="477"/>
        </pc:sldMkLst>
        <pc:spChg chg="mod">
          <ac:chgData name="diagramador@aprovasim.com" userId="08c27f4fd777aeb1" providerId="LiveId" clId="{6DA82D89-F719-4B18-ABAA-0D43E56AF532}" dt="2026-07-01T18:21:24.757" v="1293" actId="113"/>
          <ac:spMkLst>
            <pc:docMk/>
            <pc:sldMk cId="487046337" sldId="477"/>
            <ac:spMk id="2" creationId="{569A36BF-D5AB-E6EA-2169-09C60E5F09E9}"/>
          </ac:spMkLst>
        </pc:spChg>
      </pc:sldChg>
      <pc:sldChg chg="modSp mod">
        <pc:chgData name="diagramador@aprovasim.com" userId="08c27f4fd777aeb1" providerId="LiveId" clId="{6DA82D89-F719-4B18-ABAA-0D43E56AF532}" dt="2026-07-01T18:06:31.692" v="934" actId="20577"/>
        <pc:sldMkLst>
          <pc:docMk/>
          <pc:sldMk cId="92158623" sldId="478"/>
        </pc:sldMkLst>
        <pc:spChg chg="mod">
          <ac:chgData name="diagramador@aprovasim.com" userId="08c27f4fd777aeb1" providerId="LiveId" clId="{6DA82D89-F719-4B18-ABAA-0D43E56AF532}" dt="2026-07-01T18:06:31.692" v="934" actId="20577"/>
          <ac:spMkLst>
            <pc:docMk/>
            <pc:sldMk cId="92158623" sldId="478"/>
            <ac:spMk id="4" creationId="{7BC39A0B-C91C-2E56-1708-ED017D238F12}"/>
          </ac:spMkLst>
        </pc:spChg>
      </pc:sldChg>
      <pc:sldChg chg="modSp add mod">
        <pc:chgData name="diagramador@aprovasim.com" userId="08c27f4fd777aeb1" providerId="LiveId" clId="{6DA82D89-F719-4B18-ABAA-0D43E56AF532}" dt="2026-07-01T17:21:28.184" v="631" actId="20577"/>
        <pc:sldMkLst>
          <pc:docMk/>
          <pc:sldMk cId="2585423566" sldId="479"/>
        </pc:sldMkLst>
        <pc:spChg chg="mod">
          <ac:chgData name="diagramador@aprovasim.com" userId="08c27f4fd777aeb1" providerId="LiveId" clId="{6DA82D89-F719-4B18-ABAA-0D43E56AF532}" dt="2026-07-01T17:21:28.184" v="631" actId="20577"/>
          <ac:spMkLst>
            <pc:docMk/>
            <pc:sldMk cId="2585423566" sldId="479"/>
            <ac:spMk id="4" creationId="{A8CA74AD-2BED-A974-9D0B-0BBBEE04A478}"/>
          </ac:spMkLst>
        </pc:spChg>
      </pc:sldChg>
      <pc:sldChg chg="modSp add mod ord">
        <pc:chgData name="diagramador@aprovasim.com" userId="08c27f4fd777aeb1" providerId="LiveId" clId="{6DA82D89-F719-4B18-ABAA-0D43E56AF532}" dt="2026-07-01T18:08:31.558" v="960"/>
        <pc:sldMkLst>
          <pc:docMk/>
          <pc:sldMk cId="2665816227" sldId="480"/>
        </pc:sldMkLst>
        <pc:spChg chg="mod">
          <ac:chgData name="diagramador@aprovasim.com" userId="08c27f4fd777aeb1" providerId="LiveId" clId="{6DA82D89-F719-4B18-ABAA-0D43E56AF532}" dt="2026-07-01T18:08:31.558" v="960"/>
          <ac:spMkLst>
            <pc:docMk/>
            <pc:sldMk cId="2665816227" sldId="480"/>
            <ac:spMk id="2" creationId="{FAD3029F-0910-61AE-323B-45014E0CCB7F}"/>
          </ac:spMkLst>
        </pc:spChg>
      </pc:sldChg>
      <pc:sldChg chg="modSp add mod">
        <pc:chgData name="diagramador@aprovasim.com" userId="08c27f4fd777aeb1" providerId="LiveId" clId="{6DA82D89-F719-4B18-ABAA-0D43E56AF532}" dt="2026-07-01T18:09:45.057" v="1000" actId="113"/>
        <pc:sldMkLst>
          <pc:docMk/>
          <pc:sldMk cId="3472007341" sldId="481"/>
        </pc:sldMkLst>
        <pc:spChg chg="mod">
          <ac:chgData name="diagramador@aprovasim.com" userId="08c27f4fd777aeb1" providerId="LiveId" clId="{6DA82D89-F719-4B18-ABAA-0D43E56AF532}" dt="2026-07-01T18:09:45.057" v="1000" actId="113"/>
          <ac:spMkLst>
            <pc:docMk/>
            <pc:sldMk cId="3472007341" sldId="481"/>
            <ac:spMk id="2" creationId="{62F47D21-9BD3-54C8-104A-9240732D9415}"/>
          </ac:spMkLst>
        </pc:spChg>
      </pc:sldChg>
      <pc:sldChg chg="modSp add mod">
        <pc:chgData name="diagramador@aprovasim.com" userId="08c27f4fd777aeb1" providerId="LiveId" clId="{6DA82D89-F719-4B18-ABAA-0D43E56AF532}" dt="2026-07-02T12:27:27.480" v="1333" actId="113"/>
        <pc:sldMkLst>
          <pc:docMk/>
          <pc:sldMk cId="3967857948" sldId="482"/>
        </pc:sldMkLst>
        <pc:spChg chg="mod">
          <ac:chgData name="diagramador@aprovasim.com" userId="08c27f4fd777aeb1" providerId="LiveId" clId="{6DA82D89-F719-4B18-ABAA-0D43E56AF532}" dt="2026-07-02T12:27:27.480" v="1333" actId="113"/>
          <ac:spMkLst>
            <pc:docMk/>
            <pc:sldMk cId="3967857948" sldId="482"/>
            <ac:spMk id="2" creationId="{FF6AF2F2-C47A-9095-3364-12C84B86D548}"/>
          </ac:spMkLst>
        </pc:spChg>
      </pc:sldChg>
      <pc:sldChg chg="modSp add mod">
        <pc:chgData name="diagramador@aprovasim.com" userId="08c27f4fd777aeb1" providerId="LiveId" clId="{6DA82D89-F719-4B18-ABAA-0D43E56AF532}" dt="2026-07-01T18:13:45.208" v="1113" actId="947"/>
        <pc:sldMkLst>
          <pc:docMk/>
          <pc:sldMk cId="3391944752" sldId="483"/>
        </pc:sldMkLst>
        <pc:spChg chg="mod">
          <ac:chgData name="diagramador@aprovasim.com" userId="08c27f4fd777aeb1" providerId="LiveId" clId="{6DA82D89-F719-4B18-ABAA-0D43E56AF532}" dt="2026-07-01T18:13:45.208" v="1113" actId="947"/>
          <ac:spMkLst>
            <pc:docMk/>
            <pc:sldMk cId="3391944752" sldId="483"/>
            <ac:spMk id="2" creationId="{065D751B-8BF1-5B6E-322E-4490F21BB6FE}"/>
          </ac:spMkLst>
        </pc:spChg>
      </pc:sldChg>
      <pc:sldChg chg="modSp add mod">
        <pc:chgData name="diagramador@aprovasim.com" userId="08c27f4fd777aeb1" providerId="LiveId" clId="{6DA82D89-F719-4B18-ABAA-0D43E56AF532}" dt="2026-07-01T18:14:55.105" v="1148" actId="113"/>
        <pc:sldMkLst>
          <pc:docMk/>
          <pc:sldMk cId="242822726" sldId="484"/>
        </pc:sldMkLst>
        <pc:spChg chg="mod">
          <ac:chgData name="diagramador@aprovasim.com" userId="08c27f4fd777aeb1" providerId="LiveId" clId="{6DA82D89-F719-4B18-ABAA-0D43E56AF532}" dt="2026-07-01T18:14:55.105" v="1148" actId="113"/>
          <ac:spMkLst>
            <pc:docMk/>
            <pc:sldMk cId="242822726" sldId="484"/>
            <ac:spMk id="2" creationId="{014A23C5-DB9D-5D6A-33F0-09082FD8987B}"/>
          </ac:spMkLst>
        </pc:spChg>
      </pc:sldChg>
      <pc:sldChg chg="modSp add mod">
        <pc:chgData name="diagramador@aprovasim.com" userId="08c27f4fd777aeb1" providerId="LiveId" clId="{6DA82D89-F719-4B18-ABAA-0D43E56AF532}" dt="2026-07-01T18:17:49.646" v="1200" actId="20577"/>
        <pc:sldMkLst>
          <pc:docMk/>
          <pc:sldMk cId="637999703" sldId="485"/>
        </pc:sldMkLst>
        <pc:spChg chg="mod">
          <ac:chgData name="diagramador@aprovasim.com" userId="08c27f4fd777aeb1" providerId="LiveId" clId="{6DA82D89-F719-4B18-ABAA-0D43E56AF532}" dt="2026-07-01T18:17:49.646" v="1200" actId="20577"/>
          <ac:spMkLst>
            <pc:docMk/>
            <pc:sldMk cId="637999703" sldId="485"/>
            <ac:spMk id="2" creationId="{7C633058-6241-01C6-89D2-3250B7C67791}"/>
          </ac:spMkLst>
        </pc:spChg>
      </pc:sldChg>
      <pc:sldChg chg="modSp add mod">
        <pc:chgData name="diagramador@aprovasim.com" userId="08c27f4fd777aeb1" providerId="LiveId" clId="{6DA82D89-F719-4B18-ABAA-0D43E56AF532}" dt="2026-07-01T18:19:26.282" v="1248" actId="113"/>
        <pc:sldMkLst>
          <pc:docMk/>
          <pc:sldMk cId="3888127971" sldId="486"/>
        </pc:sldMkLst>
        <pc:spChg chg="mod">
          <ac:chgData name="diagramador@aprovasim.com" userId="08c27f4fd777aeb1" providerId="LiveId" clId="{6DA82D89-F719-4B18-ABAA-0D43E56AF532}" dt="2026-07-01T18:19:26.282" v="1248" actId="113"/>
          <ac:spMkLst>
            <pc:docMk/>
            <pc:sldMk cId="3888127971" sldId="486"/>
            <ac:spMk id="2" creationId="{18E7DB0E-3A45-58DF-CC10-F949CF3C6584}"/>
          </ac:spMkLst>
        </pc:spChg>
      </pc:sldChg>
      <pc:sldChg chg="modSp add mod">
        <pc:chgData name="diagramador@aprovasim.com" userId="08c27f4fd777aeb1" providerId="LiveId" clId="{6DA82D89-F719-4B18-ABAA-0D43E56AF532}" dt="2026-07-01T18:20:27.250" v="1281" actId="113"/>
        <pc:sldMkLst>
          <pc:docMk/>
          <pc:sldMk cId="836911206" sldId="487"/>
        </pc:sldMkLst>
        <pc:spChg chg="mod">
          <ac:chgData name="diagramador@aprovasim.com" userId="08c27f4fd777aeb1" providerId="LiveId" clId="{6DA82D89-F719-4B18-ABAA-0D43E56AF532}" dt="2026-07-01T18:20:27.250" v="1281" actId="113"/>
          <ac:spMkLst>
            <pc:docMk/>
            <pc:sldMk cId="836911206" sldId="487"/>
            <ac:spMk id="2" creationId="{DA2DC3F5-67BE-B9F2-B4FE-95B64C00B773}"/>
          </ac:spMkLst>
        </pc:spChg>
      </pc:sldChg>
      <pc:sldChg chg="modSp add mod">
        <pc:chgData name="diagramador@aprovasim.com" userId="08c27f4fd777aeb1" providerId="LiveId" clId="{6DA82D89-F719-4B18-ABAA-0D43E56AF532}" dt="2026-07-01T18:09:05.714" v="977" actId="114"/>
        <pc:sldMkLst>
          <pc:docMk/>
          <pc:sldMk cId="647096419" sldId="488"/>
        </pc:sldMkLst>
        <pc:spChg chg="mod">
          <ac:chgData name="diagramador@aprovasim.com" userId="08c27f4fd777aeb1" providerId="LiveId" clId="{6DA82D89-F719-4B18-ABAA-0D43E56AF532}" dt="2026-07-01T18:09:05.714" v="977" actId="114"/>
          <ac:spMkLst>
            <pc:docMk/>
            <pc:sldMk cId="647096419" sldId="488"/>
            <ac:spMk id="4" creationId="{EE162F34-3D45-446D-FDBB-E2EBBA6AC436}"/>
          </ac:spMkLst>
        </pc:spChg>
      </pc:sldChg>
      <pc:sldChg chg="modSp add mod">
        <pc:chgData name="diagramador@aprovasim.com" userId="08c27f4fd777aeb1" providerId="LiveId" clId="{6DA82D89-F719-4B18-ABAA-0D43E56AF532}" dt="2026-07-01T18:10:03.343" v="1011" actId="20577"/>
        <pc:sldMkLst>
          <pc:docMk/>
          <pc:sldMk cId="1255468833" sldId="489"/>
        </pc:sldMkLst>
        <pc:spChg chg="mod">
          <ac:chgData name="diagramador@aprovasim.com" userId="08c27f4fd777aeb1" providerId="LiveId" clId="{6DA82D89-F719-4B18-ABAA-0D43E56AF532}" dt="2026-07-01T18:10:03.343" v="1011" actId="20577"/>
          <ac:spMkLst>
            <pc:docMk/>
            <pc:sldMk cId="1255468833" sldId="489"/>
            <ac:spMk id="4" creationId="{ABFB6F81-7826-9EB3-8DA3-502FAC91B9ED}"/>
          </ac:spMkLst>
        </pc:spChg>
      </pc:sldChg>
      <pc:sldChg chg="modSp add mod">
        <pc:chgData name="diagramador@aprovasim.com" userId="08c27f4fd777aeb1" providerId="LiveId" clId="{6DA82D89-F719-4B18-ABAA-0D43E56AF532}" dt="2026-07-02T12:28:03.999" v="1340" actId="948"/>
        <pc:sldMkLst>
          <pc:docMk/>
          <pc:sldMk cId="1794271784" sldId="490"/>
        </pc:sldMkLst>
        <pc:spChg chg="mod">
          <ac:chgData name="diagramador@aprovasim.com" userId="08c27f4fd777aeb1" providerId="LiveId" clId="{6DA82D89-F719-4B18-ABAA-0D43E56AF532}" dt="2026-07-02T12:28:03.999" v="1340" actId="948"/>
          <ac:spMkLst>
            <pc:docMk/>
            <pc:sldMk cId="1794271784" sldId="490"/>
            <ac:spMk id="4" creationId="{2739DCA2-CF82-1840-9DE2-EA3C8CC8A342}"/>
          </ac:spMkLst>
        </pc:spChg>
      </pc:sldChg>
      <pc:sldChg chg="modSp add mod">
        <pc:chgData name="diagramador@aprovasim.com" userId="08c27f4fd777aeb1" providerId="LiveId" clId="{6DA82D89-F719-4B18-ABAA-0D43E56AF532}" dt="2026-07-01T18:14:11.847" v="1120" actId="20577"/>
        <pc:sldMkLst>
          <pc:docMk/>
          <pc:sldMk cId="1870436960" sldId="491"/>
        </pc:sldMkLst>
        <pc:spChg chg="mod">
          <ac:chgData name="diagramador@aprovasim.com" userId="08c27f4fd777aeb1" providerId="LiveId" clId="{6DA82D89-F719-4B18-ABAA-0D43E56AF532}" dt="2026-07-01T18:14:11.847" v="1120" actId="20577"/>
          <ac:spMkLst>
            <pc:docMk/>
            <pc:sldMk cId="1870436960" sldId="491"/>
            <ac:spMk id="4" creationId="{F146023E-EBE5-C2F8-0BDD-F105F960A2FB}"/>
          </ac:spMkLst>
        </pc:spChg>
      </pc:sldChg>
      <pc:sldChg chg="modSp add mod">
        <pc:chgData name="diagramador@aprovasim.com" userId="08c27f4fd777aeb1" providerId="LiveId" clId="{6DA82D89-F719-4B18-ABAA-0D43E56AF532}" dt="2026-07-02T12:28:50.590" v="1350" actId="948"/>
        <pc:sldMkLst>
          <pc:docMk/>
          <pc:sldMk cId="459579337" sldId="492"/>
        </pc:sldMkLst>
        <pc:spChg chg="mod">
          <ac:chgData name="diagramador@aprovasim.com" userId="08c27f4fd777aeb1" providerId="LiveId" clId="{6DA82D89-F719-4B18-ABAA-0D43E56AF532}" dt="2026-07-02T12:28:50.590" v="1350" actId="948"/>
          <ac:spMkLst>
            <pc:docMk/>
            <pc:sldMk cId="459579337" sldId="492"/>
            <ac:spMk id="4" creationId="{CF3B03A9-E731-A9F4-2553-2EC1E6F01DD4}"/>
          </ac:spMkLst>
        </pc:spChg>
      </pc:sldChg>
      <pc:sldChg chg="modSp add mod">
        <pc:chgData name="diagramador@aprovasim.com" userId="08c27f4fd777aeb1" providerId="LiveId" clId="{6DA82D89-F719-4B18-ABAA-0D43E56AF532}" dt="2026-07-01T18:18:30.330" v="1214" actId="947"/>
        <pc:sldMkLst>
          <pc:docMk/>
          <pc:sldMk cId="4221201989" sldId="493"/>
        </pc:sldMkLst>
        <pc:spChg chg="mod">
          <ac:chgData name="diagramador@aprovasim.com" userId="08c27f4fd777aeb1" providerId="LiveId" clId="{6DA82D89-F719-4B18-ABAA-0D43E56AF532}" dt="2026-07-01T18:18:30.330" v="1214" actId="947"/>
          <ac:spMkLst>
            <pc:docMk/>
            <pc:sldMk cId="4221201989" sldId="493"/>
            <ac:spMk id="4" creationId="{7A710197-9388-3085-DF96-FCA34123ACEE}"/>
          </ac:spMkLst>
        </pc:spChg>
      </pc:sldChg>
      <pc:sldChg chg="modSp add mod">
        <pc:chgData name="diagramador@aprovasim.com" userId="08c27f4fd777aeb1" providerId="LiveId" clId="{6DA82D89-F719-4B18-ABAA-0D43E56AF532}" dt="2026-07-01T18:19:48.801" v="1256" actId="20577"/>
        <pc:sldMkLst>
          <pc:docMk/>
          <pc:sldMk cId="4146467457" sldId="494"/>
        </pc:sldMkLst>
        <pc:spChg chg="mod">
          <ac:chgData name="diagramador@aprovasim.com" userId="08c27f4fd777aeb1" providerId="LiveId" clId="{6DA82D89-F719-4B18-ABAA-0D43E56AF532}" dt="2026-07-01T18:19:48.801" v="1256" actId="20577"/>
          <ac:spMkLst>
            <pc:docMk/>
            <pc:sldMk cId="4146467457" sldId="494"/>
            <ac:spMk id="4" creationId="{CD99A5DF-E4B0-1F75-95C2-29F821A302A4}"/>
          </ac:spMkLst>
        </pc:spChg>
      </pc:sldChg>
      <pc:sldChg chg="modSp add mod">
        <pc:chgData name="diagramador@aprovasim.com" userId="08c27f4fd777aeb1" providerId="LiveId" clId="{6DA82D89-F719-4B18-ABAA-0D43E56AF532}" dt="2026-07-01T18:21:11.549" v="1292" actId="947"/>
        <pc:sldMkLst>
          <pc:docMk/>
          <pc:sldMk cId="4136479120" sldId="495"/>
        </pc:sldMkLst>
        <pc:spChg chg="mod">
          <ac:chgData name="diagramador@aprovasim.com" userId="08c27f4fd777aeb1" providerId="LiveId" clId="{6DA82D89-F719-4B18-ABAA-0D43E56AF532}" dt="2026-07-01T18:21:11.549" v="1292" actId="947"/>
          <ac:spMkLst>
            <pc:docMk/>
            <pc:sldMk cId="4136479120" sldId="495"/>
            <ac:spMk id="4" creationId="{72C57BD7-2978-59F3-0F36-7B8FE4A5231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B02EDE-24A5-48AA-8412-E7CBD7F4CFCE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45565D-9163-4ACC-BD07-86074CE9378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164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5316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8661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5861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7465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5249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9030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1336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0914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322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9479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14476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7116-AAC5-4A69-B50F-7FADCFFD150F}" type="datetimeFigureOut">
              <a:rPr lang="pt-BR" smtClean="0"/>
              <a:t>28/07/2026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6473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C18723-6178-21FC-36D1-60762899D4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0CF3587-5D7A-DFC4-68EB-1C4748323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67369" y="4154521"/>
            <a:ext cx="4057262" cy="660076"/>
          </a:xfrm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  <a:latin typeface="Inter ExtraLight" panose="02000503000000020004" pitchFamily="2" charset="0"/>
                <a:ea typeface="Inter ExtraLight" panose="02000503000000020004" pitchFamily="2" charset="0"/>
              </a:rPr>
              <a:t>Nome do professor aqui</a:t>
            </a:r>
          </a:p>
        </p:txBody>
      </p:sp>
      <p:pic>
        <p:nvPicPr>
          <p:cNvPr id="4" name="Google Shape;99;p1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C2E0C6ED-BDB7-4C51-09AF-1D30699614A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48187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/>
        </p:nvSpPr>
        <p:spPr>
          <a:xfrm>
            <a:off x="1271570" y="3429000"/>
            <a:ext cx="9648858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i="0" u="none" strike="noStrike" cap="none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Instrumentação — Transmissores</a:t>
            </a:r>
            <a:endParaRPr sz="1600" dirty="0"/>
          </a:p>
        </p:txBody>
      </p:sp>
      <p:sp>
        <p:nvSpPr>
          <p:cNvPr id="91" name="Google Shape;91;p2"/>
          <p:cNvSpPr txBox="1"/>
          <p:nvPr/>
        </p:nvSpPr>
        <p:spPr>
          <a:xfrm>
            <a:off x="1205592" y="1963692"/>
            <a:ext cx="9780815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 b="1" i="0" u="none" strike="noStrike" cap="none" dirty="0">
                <a:solidFill>
                  <a:srgbClr val="FF3300"/>
                </a:solidFill>
                <a:latin typeface="Arial Black"/>
                <a:ea typeface="Arial Black"/>
                <a:cs typeface="Arial Black"/>
                <a:sym typeface="Arial Black"/>
              </a:rPr>
              <a:t>MESTRE EM QUESTÕES</a:t>
            </a:r>
            <a:endParaRPr dirty="0"/>
          </a:p>
        </p:txBody>
      </p:sp>
      <p:pic>
        <p:nvPicPr>
          <p:cNvPr id="92" name="Google Shape;92;p2" descr="Uma imagem contendo Forma&#10;&#10;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81153" y="6369634"/>
            <a:ext cx="1334040" cy="28592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0;p2">
            <a:extLst>
              <a:ext uri="{FF2B5EF4-FFF2-40B4-BE49-F238E27FC236}">
                <a16:creationId xmlns:a16="http://schemas.microsoft.com/office/drawing/2014/main" id="{90353096-98F1-E1DC-45F2-28C9D8642FC6}"/>
              </a:ext>
            </a:extLst>
          </p:cNvPr>
          <p:cNvSpPr txBox="1"/>
          <p:nvPr/>
        </p:nvSpPr>
        <p:spPr>
          <a:xfrm>
            <a:off x="2135155" y="5067999"/>
            <a:ext cx="784860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Professor: Marcelo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angulo 1"/>
          <p:cNvSpPr/>
          <p:nvPr/>
        </p:nvSpPr>
        <p:spPr>
          <a:xfrm>
            <a:off x="407988" y="1016000"/>
            <a:ext cx="11376025" cy="3996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07000"/>
              </a:lnSpc>
            </a:pPr>
            <a:r>
              <a:rPr lang="pt-BR" sz="2200" b="1" spc="-2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Em um instrumento, o elemento transmissor</a:t>
            </a:r>
          </a:p>
          <a:p>
            <a:pPr algn="just">
              <a:lnSpc>
                <a:spcPct val="107000"/>
              </a:lnSpc>
            </a:pPr>
            <a:endParaRPr lang="pt-BR" sz="2200" b="1" spc="15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47675" indent="-447675" algn="just">
              <a:lnSpc>
                <a:spcPct val="107000"/>
              </a:lnSpc>
              <a:spcAft>
                <a:spcPts val="600"/>
              </a:spcAft>
            </a:pPr>
            <a:r>
              <a:rPr lang="pt-BR" sz="2200" spc="15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A)	detecta alterações na variável do processo.</a:t>
            </a:r>
          </a:p>
          <a:p>
            <a:pPr marL="447675" indent="-447675" algn="just">
              <a:lnSpc>
                <a:spcPct val="107000"/>
              </a:lnSpc>
              <a:spcAft>
                <a:spcPts val="600"/>
              </a:spcAft>
            </a:pPr>
            <a:r>
              <a:rPr lang="pt-BR" sz="2200" spc="15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B)	indica o valor da variável do processo a ser controlada.</a:t>
            </a:r>
          </a:p>
          <a:p>
            <a:pPr marL="447675" indent="-447675" algn="just">
              <a:lnSpc>
                <a:spcPct val="107000"/>
              </a:lnSpc>
              <a:spcAft>
                <a:spcPts val="600"/>
              </a:spcAft>
            </a:pPr>
            <a:r>
              <a:rPr lang="pt-BR" sz="2200" spc="15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C)	registra os valores instantâneos da variável do processo.</a:t>
            </a:r>
          </a:p>
          <a:p>
            <a:pPr marL="447675" indent="-447675" algn="just">
              <a:lnSpc>
                <a:spcPct val="107000"/>
              </a:lnSpc>
              <a:spcAft>
                <a:spcPts val="600"/>
              </a:spcAft>
            </a:pPr>
            <a:r>
              <a:rPr lang="pt-BR" sz="2200" spc="15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D)	converte sinais do detector em outra forma capaz de ser enviada a um instrumento receptor.</a:t>
            </a:r>
          </a:p>
          <a:p>
            <a:pPr marL="447675" indent="-447675" algn="just">
              <a:lnSpc>
                <a:spcPct val="107000"/>
              </a:lnSpc>
              <a:spcAft>
                <a:spcPts val="600"/>
              </a:spcAft>
            </a:pPr>
            <a:r>
              <a:rPr lang="pt-BR" sz="2200" spc="15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E)	recebe uma informação na forma de sinal, altera essa forma e emite um sinal proporcional ao de entrada.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3430</TotalTime>
  <Words>1150</Words>
  <Application>Microsoft Office PowerPoint</Application>
  <PresentationFormat>Widescreen</PresentationFormat>
  <Paragraphs>108</Paragraphs>
  <Slides>18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5" baseType="lpstr">
      <vt:lpstr>Aptos</vt:lpstr>
      <vt:lpstr>Arial</vt:lpstr>
      <vt:lpstr>Arial Black</vt:lpstr>
      <vt:lpstr>Calibri</vt:lpstr>
      <vt:lpstr>Calibri Light</vt:lpstr>
      <vt:lpstr>Inter ExtraLight</vt:lpstr>
      <vt:lpstr>Office Theme</vt:lpstr>
      <vt:lpstr>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</dc:title>
  <dc:creator>Administrativo - Aprovasim</dc:creator>
  <cp:lastModifiedBy>diagramador@aprovasim.com</cp:lastModifiedBy>
  <cp:revision>293</cp:revision>
  <dcterms:created xsi:type="dcterms:W3CDTF">2022-10-04T12:44:15Z</dcterms:created>
  <dcterms:modified xsi:type="dcterms:W3CDTF">2026-07-28T12:03:32Z</dcterms:modified>
</cp:coreProperties>
</file>
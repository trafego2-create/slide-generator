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0"/>
  </p:notesMasterIdLst>
  <p:sldIdLst>
    <p:sldId id="268" r:id="rId2"/>
    <p:sldId id="317" r:id="rId3"/>
    <p:sldId id="728" r:id="rId4"/>
    <p:sldId id="730" r:id="rId6"/>
    <p:sldId id="732" r:id="rId8"/>
    <p:sldId id="733" r:id="rId9"/>
  </p:sldIdLst>
  <p:sldSz cx="12192000" cy="6858000"/>
  <p:notesSz cx="6858000" cy="9144000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25" userDrawn="1">
          <p15:clr>
            <a:srgbClr val="A4A3A4"/>
          </p15:clr>
        </p15:guide>
        <p15:guide id="2" orient="horz" pos="3952" userDrawn="1">
          <p15:clr>
            <a:srgbClr val="A4A3A4"/>
          </p15:clr>
        </p15:guide>
        <p15:guide id="3" orient="horz" pos="527" userDrawn="1">
          <p15:clr>
            <a:srgbClr val="A4A3A4"/>
          </p15:clr>
        </p15:guide>
        <p15:guide id="4" pos="7355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6" orient="horz" pos="1593" userDrawn="1">
          <p15:clr>
            <a:srgbClr val="A4A3A4"/>
          </p15:clr>
        </p15:guide>
        <p15:guide id="7" pos="3749" userDrawn="1">
          <p15:clr>
            <a:srgbClr val="A4A3A4"/>
          </p15:clr>
        </p15:guide>
        <p15:guide id="8" pos="3636" userDrawn="1">
          <p15:clr>
            <a:srgbClr val="A4A3A4"/>
          </p15:clr>
        </p15:guide>
        <p15:guide id="9" orient="horz" pos="45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ivo - Aprovasim" initials="AA" lastIdx="1" clrIdx="0">
    <p:extLst>
      <p:ext uri="{19B8F6BF-5375-455C-9EA6-DF929625EA0E}">
        <p15:presenceInfo xmlns:p15="http://schemas.microsoft.com/office/powerpoint/2012/main" userId="456e7a917211350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D"/>
    <a:srgbClr val="FFFFFB"/>
    <a:srgbClr val="FCFBF7"/>
    <a:srgbClr val="FFFEF8"/>
    <a:srgbClr val="E7432D"/>
    <a:srgbClr val="E23C00"/>
    <a:srgbClr val="E25100"/>
    <a:srgbClr val="E23600"/>
    <a:srgbClr val="FF3D01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539884-73B5-4E63-A44E-EB728FB1AF4E}" v="241" dt="2026-05-08T15:07:10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8" autoAdjust="0"/>
    <p:restoredTop sz="93577" autoAdjust="0"/>
  </p:normalViewPr>
  <p:slideViewPr>
    <p:cSldViewPr snapToGrid="0">
      <p:cViewPr varScale="1">
        <p:scale>
          <a:sx n="96" d="100"/>
          <a:sy n="96" d="100"/>
        </p:scale>
        <p:origin x="2670" y="84"/>
      </p:cViewPr>
      <p:guideLst>
        <p:guide pos="325"/>
        <p:guide orient="horz" pos="3952"/>
        <p:guide orient="horz" pos="527"/>
        <p:guide pos="7355"/>
        <p:guide orient="horz" pos="935"/>
        <p:guide orient="horz" pos="1593"/>
        <p:guide pos="3749"/>
        <p:guide pos="3636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tags" Target="tags/tag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agramador@aprovasim.com" userId="08c27f4fd777aeb1" providerId="LiveId" clId="{6DA82D89-F719-4B18-ABAA-0D43E56AF532}"/>
    <pc:docChg chg="undo custSel addSld delSld modSld sldOrd">
      <pc:chgData name="diagramador@aprovasim.com" userId="08c27f4fd777aeb1" providerId="LiveId" clId="{6DA82D89-F719-4B18-ABAA-0D43E56AF532}" dt="2026-05-08T15:07:10.772" v="4952" actId="732"/>
      <pc:docMkLst>
        <pc:docMk/>
      </pc:docMkLst>
      <pc:sldChg chg="modSp mod">
        <pc:chgData name="diagramador@aprovasim.com" userId="08c27f4fd777aeb1" providerId="LiveId" clId="{6DA82D89-F719-4B18-ABAA-0D43E56AF532}" dt="2026-05-08T12:05:46.406" v="4530" actId="20577"/>
        <pc:sldMkLst>
          <pc:docMk/>
          <pc:sldMk cId="3895221387" sldId="317"/>
        </pc:sldMkLst>
        <pc:spChg chg="mod">
          <ac:chgData name="diagramador@aprovasim.com" userId="08c27f4fd777aeb1" providerId="LiveId" clId="{6DA82D89-F719-4B18-ABAA-0D43E56AF532}" dt="2026-05-08T12:05:46.406" v="4530" actId="20577"/>
          <ac:spMkLst>
            <pc:docMk/>
            <pc:sldMk cId="3895221387" sldId="317"/>
            <ac:spMk id="4" creationId="{2AD2F24B-E9D7-CBE7-680B-3EE782AAC795}"/>
          </ac:spMkLst>
        </pc:spChg>
      </pc:sldChg>
      <pc:sldChg chg="addSp delSp modSp mod">
        <pc:chgData name="diagramador@aprovasim.com" userId="08c27f4fd777aeb1" providerId="LiveId" clId="{6DA82D89-F719-4B18-ABAA-0D43E56AF532}" dt="2026-05-08T12:48:34.207" v="4741" actId="732"/>
        <pc:sldMkLst>
          <pc:docMk/>
          <pc:sldMk cId="3135647419" sldId="399"/>
        </pc:sldMkLst>
        <pc:spChg chg="mod">
          <ac:chgData name="diagramador@aprovasim.com" userId="08c27f4fd777aeb1" providerId="LiveId" clId="{6DA82D89-F719-4B18-ABAA-0D43E56AF532}" dt="2026-05-08T12:22:56.421" v="4545" actId="14100"/>
          <ac:spMkLst>
            <pc:docMk/>
            <pc:sldMk cId="3135647419" sldId="399"/>
            <ac:spMk id="5" creationId="{B4B2FEBD-4E9D-8C39-EB4B-0036615AA129}"/>
          </ac:spMkLst>
        </pc:spChg>
        <pc:spChg chg="mod">
          <ac:chgData name="diagramador@aprovasim.com" userId="08c27f4fd777aeb1" providerId="LiveId" clId="{6DA82D89-F719-4B18-ABAA-0D43E56AF532}" dt="2026-05-08T12:22:26.001" v="4541" actId="14100"/>
          <ac:spMkLst>
            <pc:docMk/>
            <pc:sldMk cId="3135647419" sldId="399"/>
            <ac:spMk id="6" creationId="{00000000-0000-0000-0000-000000000000}"/>
          </ac:spMkLst>
        </pc:spChg>
        <pc:picChg chg="add del mod">
          <ac:chgData name="diagramador@aprovasim.com" userId="08c27f4fd777aeb1" providerId="LiveId" clId="{6DA82D89-F719-4B18-ABAA-0D43E56AF532}" dt="2026-05-08T12:48:05.200" v="4737" actId="478"/>
          <ac:picMkLst>
            <pc:docMk/>
            <pc:sldMk cId="3135647419" sldId="399"/>
            <ac:picMk id="3" creationId="{207297B3-F667-5932-7D77-B87D3CD227D9}"/>
          </ac:picMkLst>
        </pc:picChg>
        <pc:picChg chg="del">
          <ac:chgData name="diagramador@aprovasim.com" userId="08c27f4fd777aeb1" providerId="LiveId" clId="{6DA82D89-F719-4B18-ABAA-0D43E56AF532}" dt="2026-05-08T12:23:01.331" v="4546" actId="478"/>
          <ac:picMkLst>
            <pc:docMk/>
            <pc:sldMk cId="3135647419" sldId="399"/>
            <ac:picMk id="1026" creationId="{8E650025-682F-D9AF-93F4-4C136E7E8208}"/>
          </ac:picMkLst>
        </pc:picChg>
        <pc:picChg chg="add mod">
          <ac:chgData name="diagramador@aprovasim.com" userId="08c27f4fd777aeb1" providerId="LiveId" clId="{6DA82D89-F719-4B18-ABAA-0D43E56AF532}" dt="2026-05-08T12:48:34.207" v="4741" actId="732"/>
          <ac:picMkLst>
            <pc:docMk/>
            <pc:sldMk cId="3135647419" sldId="399"/>
            <ac:picMk id="1028" creationId="{EA0DFF96-DE29-BD47-AE66-1BA9E9D89A89}"/>
          </ac:picMkLst>
        </pc:picChg>
      </pc:sldChg>
      <pc:sldChg chg="addSp delSp modSp mod">
        <pc:chgData name="diagramador@aprovasim.com" userId="08c27f4fd777aeb1" providerId="LiveId" clId="{6DA82D89-F719-4B18-ABAA-0D43E56AF532}" dt="2026-05-08T15:07:10.772" v="4952" actId="732"/>
        <pc:sldMkLst>
          <pc:docMk/>
          <pc:sldMk cId="3142233136" sldId="575"/>
        </pc:sldMkLst>
        <pc:spChg chg="mod">
          <ac:chgData name="diagramador@aprovasim.com" userId="08c27f4fd777aeb1" providerId="LiveId" clId="{6DA82D89-F719-4B18-ABAA-0D43E56AF532}" dt="2026-05-08T12:31:23.689" v="4628"/>
          <ac:spMkLst>
            <pc:docMk/>
            <pc:sldMk cId="3142233136" sldId="575"/>
            <ac:spMk id="5" creationId="{3021CF2E-AB26-8412-AC83-54226DE2C55A}"/>
          </ac:spMkLst>
        </pc:spChg>
        <pc:spChg chg="mod">
          <ac:chgData name="diagramador@aprovasim.com" userId="08c27f4fd777aeb1" providerId="LiveId" clId="{6DA82D89-F719-4B18-ABAA-0D43E56AF532}" dt="2026-05-08T12:31:38.269" v="4631" actId="948"/>
          <ac:spMkLst>
            <pc:docMk/>
            <pc:sldMk cId="3142233136" sldId="575"/>
            <ac:spMk id="6" creationId="{625F8C89-10CD-25D2-F470-5F5D5F2B69F2}"/>
          </ac:spMkLst>
        </pc:spChg>
        <pc:picChg chg="del">
          <ac:chgData name="diagramador@aprovasim.com" userId="08c27f4fd777aeb1" providerId="LiveId" clId="{6DA82D89-F719-4B18-ABAA-0D43E56AF532}" dt="2026-05-08T12:31:41.859" v="4632" actId="478"/>
          <ac:picMkLst>
            <pc:docMk/>
            <pc:sldMk cId="3142233136" sldId="575"/>
            <ac:picMk id="1030" creationId="{C475EDD2-D6B6-BEEE-5BCC-A3A5F0BB8FD0}"/>
          </ac:picMkLst>
        </pc:picChg>
        <pc:picChg chg="add mod">
          <ac:chgData name="diagramador@aprovasim.com" userId="08c27f4fd777aeb1" providerId="LiveId" clId="{6DA82D89-F719-4B18-ABAA-0D43E56AF532}" dt="2026-05-08T15:07:10.772" v="4952" actId="732"/>
          <ac:picMkLst>
            <pc:docMk/>
            <pc:sldMk cId="3142233136" sldId="575"/>
            <ac:picMk id="22530" creationId="{1685D312-07EB-3E9D-F5B7-7F5E5F0BB1CA}"/>
          </ac:picMkLst>
        </pc:picChg>
      </pc:sldChg>
      <pc:sldChg chg="addSp delSp modSp mod">
        <pc:chgData name="diagramador@aprovasim.com" userId="08c27f4fd777aeb1" providerId="LiveId" clId="{6DA82D89-F719-4B18-ABAA-0D43E56AF532}" dt="2026-05-08T13:07:01.336" v="4774" actId="732"/>
        <pc:sldMkLst>
          <pc:docMk/>
          <pc:sldMk cId="1999350397" sldId="599"/>
        </pc:sldMkLst>
        <pc:spChg chg="mod">
          <ac:chgData name="diagramador@aprovasim.com" userId="08c27f4fd777aeb1" providerId="LiveId" clId="{6DA82D89-F719-4B18-ABAA-0D43E56AF532}" dt="2026-05-08T12:23:18.858" v="4549" actId="14100"/>
          <ac:spMkLst>
            <pc:docMk/>
            <pc:sldMk cId="1999350397" sldId="599"/>
            <ac:spMk id="5" creationId="{A51601C8-A419-43E8-27FA-C8417B406F14}"/>
          </ac:spMkLst>
        </pc:spChg>
        <pc:spChg chg="mod">
          <ac:chgData name="diagramador@aprovasim.com" userId="08c27f4fd777aeb1" providerId="LiveId" clId="{6DA82D89-F719-4B18-ABAA-0D43E56AF532}" dt="2026-05-08T12:23:46.273" v="4553" actId="14100"/>
          <ac:spMkLst>
            <pc:docMk/>
            <pc:sldMk cId="1999350397" sldId="599"/>
            <ac:spMk id="6" creationId="{46FC4CE2-33E5-6D0F-F849-E8AEF23B4B2F}"/>
          </ac:spMkLst>
        </pc:spChg>
        <pc:picChg chg="del">
          <ac:chgData name="diagramador@aprovasim.com" userId="08c27f4fd777aeb1" providerId="LiveId" clId="{6DA82D89-F719-4B18-ABAA-0D43E56AF532}" dt="2026-05-08T12:23:50.995" v="4554" actId="478"/>
          <ac:picMkLst>
            <pc:docMk/>
            <pc:sldMk cId="1999350397" sldId="599"/>
            <ac:picMk id="3" creationId="{FD642594-9FC8-CD66-0C1F-A1CD178368CD}"/>
          </ac:picMkLst>
        </pc:picChg>
        <pc:picChg chg="add del mod">
          <ac:chgData name="diagramador@aprovasim.com" userId="08c27f4fd777aeb1" providerId="LiveId" clId="{6DA82D89-F719-4B18-ABAA-0D43E56AF532}" dt="2026-05-08T13:05:44.109" v="4744" actId="478"/>
          <ac:picMkLst>
            <pc:docMk/>
            <pc:sldMk cId="1999350397" sldId="599"/>
            <ac:picMk id="2050" creationId="{EE44AF4D-ED93-AB3F-EDA8-EE89C9988893}"/>
          </ac:picMkLst>
        </pc:picChg>
        <pc:picChg chg="add del mod">
          <ac:chgData name="diagramador@aprovasim.com" userId="08c27f4fd777aeb1" providerId="LiveId" clId="{6DA82D89-F719-4B18-ABAA-0D43E56AF532}" dt="2026-05-08T13:05:52.850" v="4747" actId="478"/>
          <ac:picMkLst>
            <pc:docMk/>
            <pc:sldMk cId="1999350397" sldId="599"/>
            <ac:picMk id="2052" creationId="{137D5E7A-964C-B8A9-DB19-DFDC7FCE5194}"/>
          </ac:picMkLst>
        </pc:picChg>
        <pc:picChg chg="add del mod">
          <ac:chgData name="diagramador@aprovasim.com" userId="08c27f4fd777aeb1" providerId="LiveId" clId="{6DA82D89-F719-4B18-ABAA-0D43E56AF532}" dt="2026-05-08T13:06:23.361" v="4753" actId="478"/>
          <ac:picMkLst>
            <pc:docMk/>
            <pc:sldMk cId="1999350397" sldId="599"/>
            <ac:picMk id="2054" creationId="{6CF59EEA-97BA-CBB4-28E7-20B1134B667B}"/>
          </ac:picMkLst>
        </pc:picChg>
        <pc:picChg chg="add mod">
          <ac:chgData name="diagramador@aprovasim.com" userId="08c27f4fd777aeb1" providerId="LiveId" clId="{6DA82D89-F719-4B18-ABAA-0D43E56AF532}" dt="2026-05-08T13:07:01.336" v="4774" actId="732"/>
          <ac:picMkLst>
            <pc:docMk/>
            <pc:sldMk cId="1999350397" sldId="599"/>
            <ac:picMk id="2056" creationId="{CE3403AE-85F8-4296-E8AE-0A68DF8E2FA3}"/>
          </ac:picMkLst>
        </pc:picChg>
      </pc:sldChg>
      <pc:sldChg chg="addSp delSp modSp mod">
        <pc:chgData name="diagramador@aprovasim.com" userId="08c27f4fd777aeb1" providerId="LiveId" clId="{6DA82D89-F719-4B18-ABAA-0D43E56AF532}" dt="2026-05-08T13:40:47.834" v="4861" actId="167"/>
        <pc:sldMkLst>
          <pc:docMk/>
          <pc:sldMk cId="592009383" sldId="600"/>
        </pc:sldMkLst>
        <pc:spChg chg="mod">
          <ac:chgData name="diagramador@aprovasim.com" userId="08c27f4fd777aeb1" providerId="LiveId" clId="{6DA82D89-F719-4B18-ABAA-0D43E56AF532}" dt="2026-05-08T12:30:02.057" v="4612" actId="14100"/>
          <ac:spMkLst>
            <pc:docMk/>
            <pc:sldMk cId="592009383" sldId="600"/>
            <ac:spMk id="5" creationId="{81DBA1E5-B334-9A55-1165-E60ACE75BFDC}"/>
          </ac:spMkLst>
        </pc:spChg>
        <pc:spChg chg="mod">
          <ac:chgData name="diagramador@aprovasim.com" userId="08c27f4fd777aeb1" providerId="LiveId" clId="{6DA82D89-F719-4B18-ABAA-0D43E56AF532}" dt="2026-05-08T12:30:22.257" v="4617" actId="14100"/>
          <ac:spMkLst>
            <pc:docMk/>
            <pc:sldMk cId="592009383" sldId="600"/>
            <ac:spMk id="6" creationId="{6FCA1E11-0A1E-188A-AAEC-74A79C004076}"/>
          </ac:spMkLst>
        </pc:spChg>
        <pc:picChg chg="add mod ord">
          <ac:chgData name="diagramador@aprovasim.com" userId="08c27f4fd777aeb1" providerId="LiveId" clId="{6DA82D89-F719-4B18-ABAA-0D43E56AF532}" dt="2026-05-08T13:40:47.834" v="4861" actId="167"/>
          <ac:picMkLst>
            <pc:docMk/>
            <pc:sldMk cId="592009383" sldId="600"/>
            <ac:picMk id="3" creationId="{79B3F49F-B208-F871-0446-4878D93033E7}"/>
          </ac:picMkLst>
        </pc:picChg>
        <pc:picChg chg="add del mod">
          <ac:chgData name="diagramador@aprovasim.com" userId="08c27f4fd777aeb1" providerId="LiveId" clId="{6DA82D89-F719-4B18-ABAA-0D43E56AF532}" dt="2026-05-08T13:29:21.407" v="4827" actId="478"/>
          <ac:picMkLst>
            <pc:docMk/>
            <pc:sldMk cId="592009383" sldId="600"/>
            <ac:picMk id="10242" creationId="{3F18BA5E-8BEE-6A3F-BB97-CF6CD47379C0}"/>
          </ac:picMkLst>
        </pc:picChg>
        <pc:picChg chg="add del mod">
          <ac:chgData name="diagramador@aprovasim.com" userId="08c27f4fd777aeb1" providerId="LiveId" clId="{6DA82D89-F719-4B18-ABAA-0D43E56AF532}" dt="2026-05-08T13:31:31.561" v="4834" actId="478"/>
          <ac:picMkLst>
            <pc:docMk/>
            <pc:sldMk cId="592009383" sldId="600"/>
            <ac:picMk id="10244" creationId="{B22B84A6-F55B-727C-B342-D0D0DB8D8995}"/>
          </ac:picMkLst>
        </pc:picChg>
        <pc:picChg chg="add del mod">
          <ac:chgData name="diagramador@aprovasim.com" userId="08c27f4fd777aeb1" providerId="LiveId" clId="{6DA82D89-F719-4B18-ABAA-0D43E56AF532}" dt="2026-05-08T13:32:39.557" v="4839" actId="478"/>
          <ac:picMkLst>
            <pc:docMk/>
            <pc:sldMk cId="592009383" sldId="600"/>
            <ac:picMk id="10246" creationId="{E56412B2-4B40-9E27-B003-0D8F0EBA2795}"/>
          </ac:picMkLst>
        </pc:picChg>
        <pc:picChg chg="add del mod">
          <ac:chgData name="diagramador@aprovasim.com" userId="08c27f4fd777aeb1" providerId="LiveId" clId="{6DA82D89-F719-4B18-ABAA-0D43E56AF532}" dt="2026-05-08T13:40:45.682" v="4859" actId="478"/>
          <ac:picMkLst>
            <pc:docMk/>
            <pc:sldMk cId="592009383" sldId="600"/>
            <ac:picMk id="10248" creationId="{2D6155D6-ABBE-62A1-869E-B65E67A2B661}"/>
          </ac:picMkLst>
        </pc:picChg>
        <pc:picChg chg="del">
          <ac:chgData name="diagramador@aprovasim.com" userId="08c27f4fd777aeb1" providerId="LiveId" clId="{6DA82D89-F719-4B18-ABAA-0D43E56AF532}" dt="2026-05-08T12:30:26.503" v="4618" actId="478"/>
          <ac:picMkLst>
            <pc:docMk/>
            <pc:sldMk cId="592009383" sldId="600"/>
            <ac:picMk id="13314" creationId="{834B135D-1382-24EC-3BAE-B3D1623C86AE}"/>
          </ac:picMkLst>
        </pc:picChg>
      </pc:sldChg>
      <pc:sldChg chg="addSp delSp modSp mod">
        <pc:chgData name="diagramador@aprovasim.com" userId="08c27f4fd777aeb1" providerId="LiveId" clId="{6DA82D89-F719-4B18-ABAA-0D43E56AF532}" dt="2026-05-08T13:26:32.167" v="4823" actId="732"/>
        <pc:sldMkLst>
          <pc:docMk/>
          <pc:sldMk cId="2722270705" sldId="601"/>
        </pc:sldMkLst>
        <pc:spChg chg="mod">
          <ac:chgData name="diagramador@aprovasim.com" userId="08c27f4fd777aeb1" providerId="LiveId" clId="{6DA82D89-F719-4B18-ABAA-0D43E56AF532}" dt="2026-05-08T12:29:24.929" v="4604" actId="14100"/>
          <ac:spMkLst>
            <pc:docMk/>
            <pc:sldMk cId="2722270705" sldId="601"/>
            <ac:spMk id="5" creationId="{F30F1BDC-9371-1A04-7191-A6E77342FD6B}"/>
          </ac:spMkLst>
        </pc:spChg>
        <pc:spChg chg="mod">
          <ac:chgData name="diagramador@aprovasim.com" userId="08c27f4fd777aeb1" providerId="LiveId" clId="{6DA82D89-F719-4B18-ABAA-0D43E56AF532}" dt="2026-05-08T12:29:43.897" v="4608" actId="14100"/>
          <ac:spMkLst>
            <pc:docMk/>
            <pc:sldMk cId="2722270705" sldId="601"/>
            <ac:spMk id="6" creationId="{88468659-EB21-4631-8A37-B96867A50CEA}"/>
          </ac:spMkLst>
        </pc:spChg>
        <pc:picChg chg="add mod">
          <ac:chgData name="diagramador@aprovasim.com" userId="08c27f4fd777aeb1" providerId="LiveId" clId="{6DA82D89-F719-4B18-ABAA-0D43E56AF532}" dt="2026-05-08T13:26:32.167" v="4823" actId="732"/>
          <ac:picMkLst>
            <pc:docMk/>
            <pc:sldMk cId="2722270705" sldId="601"/>
            <ac:picMk id="9218" creationId="{D3D20796-2A32-02F1-7C60-7B6B7E348B25}"/>
          </ac:picMkLst>
        </pc:picChg>
        <pc:picChg chg="del">
          <ac:chgData name="diagramador@aprovasim.com" userId="08c27f4fd777aeb1" providerId="LiveId" clId="{6DA82D89-F719-4B18-ABAA-0D43E56AF532}" dt="2026-05-08T12:29:47.161" v="4609" actId="478"/>
          <ac:picMkLst>
            <pc:docMk/>
            <pc:sldMk cId="2722270705" sldId="601"/>
            <ac:picMk id="12290" creationId="{2D9DC45F-0F3E-C299-062A-CC5D0864934E}"/>
          </ac:picMkLst>
        </pc:picChg>
      </pc:sldChg>
      <pc:sldChg chg="addSp delSp modSp mod">
        <pc:chgData name="diagramador@aprovasim.com" userId="08c27f4fd777aeb1" providerId="LiveId" clId="{6DA82D89-F719-4B18-ABAA-0D43E56AF532}" dt="2026-05-08T14:25:22.973" v="4887" actId="732"/>
        <pc:sldMkLst>
          <pc:docMk/>
          <pc:sldMk cId="2566922897" sldId="607"/>
        </pc:sldMkLst>
        <pc:spChg chg="mod">
          <ac:chgData name="diagramador@aprovasim.com" userId="08c27f4fd777aeb1" providerId="LiveId" clId="{6DA82D89-F719-4B18-ABAA-0D43E56AF532}" dt="2026-05-08T12:34:01.282" v="4666" actId="14100"/>
          <ac:spMkLst>
            <pc:docMk/>
            <pc:sldMk cId="2566922897" sldId="607"/>
            <ac:spMk id="5" creationId="{8DD09886-F90F-E9A0-914F-C4C8FD23C48A}"/>
          </ac:spMkLst>
        </pc:spChg>
        <pc:spChg chg="mod">
          <ac:chgData name="diagramador@aprovasim.com" userId="08c27f4fd777aeb1" providerId="LiveId" clId="{6DA82D89-F719-4B18-ABAA-0D43E56AF532}" dt="2026-05-08T12:34:14.929" v="4670" actId="14100"/>
          <ac:spMkLst>
            <pc:docMk/>
            <pc:sldMk cId="2566922897" sldId="607"/>
            <ac:spMk id="6" creationId="{55D1643D-6000-D738-564A-365D27CFE068}"/>
          </ac:spMkLst>
        </pc:spChg>
        <pc:picChg chg="del">
          <ac:chgData name="diagramador@aprovasim.com" userId="08c27f4fd777aeb1" providerId="LiveId" clId="{6DA82D89-F719-4B18-ABAA-0D43E56AF532}" dt="2026-05-08T12:34:17.409" v="4671" actId="478"/>
          <ac:picMkLst>
            <pc:docMk/>
            <pc:sldMk cId="2566922897" sldId="607"/>
            <ac:picMk id="3078" creationId="{455AEFAA-638B-7AAB-A5C6-D0A785CA3F3A}"/>
          </ac:picMkLst>
        </pc:picChg>
        <pc:picChg chg="add mod">
          <ac:chgData name="diagramador@aprovasim.com" userId="08c27f4fd777aeb1" providerId="LiveId" clId="{6DA82D89-F719-4B18-ABAA-0D43E56AF532}" dt="2026-05-08T14:25:22.973" v="4887" actId="732"/>
          <ac:picMkLst>
            <pc:docMk/>
            <pc:sldMk cId="2566922897" sldId="607"/>
            <ac:picMk id="14338" creationId="{2638A88B-2047-EB7A-7D28-63200FE3D163}"/>
          </ac:picMkLst>
        </pc:picChg>
      </pc:sldChg>
      <pc:sldChg chg="addSp delSp modSp mod">
        <pc:chgData name="diagramador@aprovasim.com" userId="08c27f4fd777aeb1" providerId="LiveId" clId="{6DA82D89-F719-4B18-ABAA-0D43E56AF532}" dt="2026-05-08T14:37:22.501" v="4911" actId="732"/>
        <pc:sldMkLst>
          <pc:docMk/>
          <pc:sldMk cId="2426611101" sldId="674"/>
        </pc:sldMkLst>
        <pc:spChg chg="add del">
          <ac:chgData name="diagramador@aprovasim.com" userId="08c27f4fd777aeb1" providerId="LiveId" clId="{6DA82D89-F719-4B18-ABAA-0D43E56AF532}" dt="2026-05-08T14:33:50.307" v="4894" actId="478"/>
          <ac:spMkLst>
            <pc:docMk/>
            <pc:sldMk cId="2426611101" sldId="674"/>
            <ac:spMk id="4" creationId="{FCCE4A85-9AFE-942B-4B67-496262235D79}"/>
          </ac:spMkLst>
        </pc:spChg>
        <pc:spChg chg="mod">
          <ac:chgData name="diagramador@aprovasim.com" userId="08c27f4fd777aeb1" providerId="LiveId" clId="{6DA82D89-F719-4B18-ABAA-0D43E56AF532}" dt="2026-05-08T12:34:55.506" v="4676"/>
          <ac:spMkLst>
            <pc:docMk/>
            <pc:sldMk cId="2426611101" sldId="674"/>
            <ac:spMk id="5" creationId="{41EBFCFA-F14A-61A9-648D-9BF93DF42CE8}"/>
          </ac:spMkLst>
        </pc:spChg>
        <pc:spChg chg="mod">
          <ac:chgData name="diagramador@aprovasim.com" userId="08c27f4fd777aeb1" providerId="LiveId" clId="{6DA82D89-F719-4B18-ABAA-0D43E56AF532}" dt="2026-05-08T12:35:21.537" v="4681" actId="14100"/>
          <ac:spMkLst>
            <pc:docMk/>
            <pc:sldMk cId="2426611101" sldId="674"/>
            <ac:spMk id="6" creationId="{9CF6F7C5-8944-386B-09E3-78C1861E4780}"/>
          </ac:spMkLst>
        </pc:spChg>
        <pc:spChg chg="add del">
          <ac:chgData name="diagramador@aprovasim.com" userId="08c27f4fd777aeb1" providerId="LiveId" clId="{6DA82D89-F719-4B18-ABAA-0D43E56AF532}" dt="2026-05-08T14:34:01.507" v="4896" actId="478"/>
          <ac:spMkLst>
            <pc:docMk/>
            <pc:sldMk cId="2426611101" sldId="674"/>
            <ac:spMk id="7" creationId="{D86F2937-D41A-6349-A1A4-1E27FB3D9698}"/>
          </ac:spMkLst>
        </pc:spChg>
        <pc:picChg chg="add del mod ord">
          <ac:chgData name="diagramador@aprovasim.com" userId="08c27f4fd777aeb1" providerId="LiveId" clId="{6DA82D89-F719-4B18-ABAA-0D43E56AF532}" dt="2026-05-08T14:34:37.293" v="4901" actId="478"/>
          <ac:picMkLst>
            <pc:docMk/>
            <pc:sldMk cId="2426611101" sldId="674"/>
            <ac:picMk id="9" creationId="{25C0CF74-6B87-03DD-3D77-443A145D63A4}"/>
          </ac:picMkLst>
        </pc:picChg>
        <pc:picChg chg="del">
          <ac:chgData name="diagramador@aprovasim.com" userId="08c27f4fd777aeb1" providerId="LiveId" clId="{6DA82D89-F719-4B18-ABAA-0D43E56AF532}" dt="2026-05-08T12:34:43.107" v="4674" actId="478"/>
          <ac:picMkLst>
            <pc:docMk/>
            <pc:sldMk cId="2426611101" sldId="674"/>
            <ac:picMk id="13318" creationId="{625F4794-1CB2-4B02-6271-3099FE63F490}"/>
          </ac:picMkLst>
        </pc:picChg>
        <pc:picChg chg="add del mod">
          <ac:chgData name="diagramador@aprovasim.com" userId="08c27f4fd777aeb1" providerId="LiveId" clId="{6DA82D89-F719-4B18-ABAA-0D43E56AF532}" dt="2026-05-08T14:29:46.607" v="4892" actId="478"/>
          <ac:picMkLst>
            <pc:docMk/>
            <pc:sldMk cId="2426611101" sldId="674"/>
            <ac:picMk id="15362" creationId="{AD25CBE0-E05B-4D08-5135-9F6BBF4C981E}"/>
          </ac:picMkLst>
        </pc:picChg>
        <pc:picChg chg="add del">
          <ac:chgData name="diagramador@aprovasim.com" userId="08c27f4fd777aeb1" providerId="LiveId" clId="{6DA82D89-F719-4B18-ABAA-0D43E56AF532}" dt="2026-05-08T14:36:46.215" v="4903" actId="478"/>
          <ac:picMkLst>
            <pc:docMk/>
            <pc:sldMk cId="2426611101" sldId="674"/>
            <ac:picMk id="15368" creationId="{B20EA849-31F4-B182-E1B3-0BE5224998D5}"/>
          </ac:picMkLst>
        </pc:picChg>
        <pc:picChg chg="add del mod">
          <ac:chgData name="diagramador@aprovasim.com" userId="08c27f4fd777aeb1" providerId="LiveId" clId="{6DA82D89-F719-4B18-ABAA-0D43E56AF532}" dt="2026-05-08T14:36:58.533" v="4907" actId="478"/>
          <ac:picMkLst>
            <pc:docMk/>
            <pc:sldMk cId="2426611101" sldId="674"/>
            <ac:picMk id="15370" creationId="{2618838B-E48E-1157-4123-942EFC4A350C}"/>
          </ac:picMkLst>
        </pc:picChg>
        <pc:picChg chg="add mod">
          <ac:chgData name="diagramador@aprovasim.com" userId="08c27f4fd777aeb1" providerId="LiveId" clId="{6DA82D89-F719-4B18-ABAA-0D43E56AF532}" dt="2026-05-08T14:37:22.501" v="4911" actId="732"/>
          <ac:picMkLst>
            <pc:docMk/>
            <pc:sldMk cId="2426611101" sldId="674"/>
            <ac:picMk id="15372" creationId="{C1404C89-E39E-E059-D2A4-A0703BAAA7BA}"/>
          </ac:picMkLst>
        </pc:picChg>
      </pc:sldChg>
      <pc:sldChg chg="addSp delSp modSp mod">
        <pc:chgData name="diagramador@aprovasim.com" userId="08c27f4fd777aeb1" providerId="LiveId" clId="{6DA82D89-F719-4B18-ABAA-0D43E56AF532}" dt="2026-05-08T13:14:58.759" v="4788" actId="732"/>
        <pc:sldMkLst>
          <pc:docMk/>
          <pc:sldMk cId="3264608165" sldId="680"/>
        </pc:sldMkLst>
        <pc:spChg chg="add del">
          <ac:chgData name="diagramador@aprovasim.com" userId="08c27f4fd777aeb1" providerId="LiveId" clId="{6DA82D89-F719-4B18-ABAA-0D43E56AF532}" dt="2026-05-08T13:13:39.089" v="4780" actId="478"/>
          <ac:spMkLst>
            <pc:docMk/>
            <pc:sldMk cId="3264608165" sldId="680"/>
            <ac:spMk id="3" creationId="{084F44F4-301A-C6C9-EC3D-0F00B9083FF1}"/>
          </ac:spMkLst>
        </pc:spChg>
        <pc:spChg chg="mod">
          <ac:chgData name="diagramador@aprovasim.com" userId="08c27f4fd777aeb1" providerId="LiveId" clId="{6DA82D89-F719-4B18-ABAA-0D43E56AF532}" dt="2026-05-08T12:24:04.753" v="4556"/>
          <ac:spMkLst>
            <pc:docMk/>
            <pc:sldMk cId="3264608165" sldId="680"/>
            <ac:spMk id="5" creationId="{28939D0E-628B-1828-5C28-341254AA76AF}"/>
          </ac:spMkLst>
        </pc:spChg>
        <pc:spChg chg="mod">
          <ac:chgData name="diagramador@aprovasim.com" userId="08c27f4fd777aeb1" providerId="LiveId" clId="{6DA82D89-F719-4B18-ABAA-0D43E56AF532}" dt="2026-05-08T13:07:38.407" v="4775" actId="14100"/>
          <ac:spMkLst>
            <pc:docMk/>
            <pc:sldMk cId="3264608165" sldId="680"/>
            <ac:spMk id="6" creationId="{333FBD04-A9FF-7FDB-9148-5FC39FB6E0BC}"/>
          </ac:spMkLst>
        </pc:spChg>
        <pc:picChg chg="add del mod">
          <ac:chgData name="diagramador@aprovasim.com" userId="08c27f4fd777aeb1" providerId="LiveId" clId="{6DA82D89-F719-4B18-ABAA-0D43E56AF532}" dt="2026-05-08T13:13:27.626" v="4778" actId="478"/>
          <ac:picMkLst>
            <pc:docMk/>
            <pc:sldMk cId="3264608165" sldId="680"/>
            <ac:picMk id="3074" creationId="{0640B33E-DAB7-716B-5180-B8340334F6B6}"/>
          </ac:picMkLst>
        </pc:picChg>
        <pc:picChg chg="add del mod">
          <ac:chgData name="diagramador@aprovasim.com" userId="08c27f4fd777aeb1" providerId="LiveId" clId="{6DA82D89-F719-4B18-ABAA-0D43E56AF532}" dt="2026-05-08T13:14:02.682" v="4783" actId="478"/>
          <ac:picMkLst>
            <pc:docMk/>
            <pc:sldMk cId="3264608165" sldId="680"/>
            <ac:picMk id="3078" creationId="{41BFF833-E298-3CA9-02DD-6F0A0DA4C6F0}"/>
          </ac:picMkLst>
        </pc:picChg>
        <pc:picChg chg="add mod">
          <ac:chgData name="diagramador@aprovasim.com" userId="08c27f4fd777aeb1" providerId="LiveId" clId="{6DA82D89-F719-4B18-ABAA-0D43E56AF532}" dt="2026-05-08T13:14:58.759" v="4788" actId="732"/>
          <ac:picMkLst>
            <pc:docMk/>
            <pc:sldMk cId="3264608165" sldId="680"/>
            <ac:picMk id="3080" creationId="{EA455DE9-1F0F-7808-8388-6D053359524A}"/>
          </ac:picMkLst>
        </pc:picChg>
        <pc:picChg chg="del">
          <ac:chgData name="diagramador@aprovasim.com" userId="08c27f4fd777aeb1" providerId="LiveId" clId="{6DA82D89-F719-4B18-ABAA-0D43E56AF532}" dt="2026-05-08T12:24:24.833" v="4561" actId="478"/>
          <ac:picMkLst>
            <pc:docMk/>
            <pc:sldMk cId="3264608165" sldId="680"/>
            <ac:picMk id="3082" creationId="{EBC1C39B-3F56-E558-2497-29EF11D4FC32}"/>
          </ac:picMkLst>
        </pc:picChg>
      </pc:sldChg>
      <pc:sldChg chg="addSp delSp modSp mod">
        <pc:chgData name="diagramador@aprovasim.com" userId="08c27f4fd777aeb1" providerId="LiveId" clId="{6DA82D89-F719-4B18-ABAA-0D43E56AF532}" dt="2026-05-08T13:43:28.870" v="4870" actId="732"/>
        <pc:sldMkLst>
          <pc:docMk/>
          <pc:sldMk cId="3732443723" sldId="682"/>
        </pc:sldMkLst>
        <pc:spChg chg="add del">
          <ac:chgData name="diagramador@aprovasim.com" userId="08c27f4fd777aeb1" providerId="LiveId" clId="{6DA82D89-F719-4B18-ABAA-0D43E56AF532}" dt="2026-05-08T13:39:11.393" v="4846" actId="478"/>
          <ac:spMkLst>
            <pc:docMk/>
            <pc:sldMk cId="3732443723" sldId="682"/>
            <ac:spMk id="3" creationId="{4ED11C4E-7306-B0C0-5904-481ACBA64437}"/>
          </ac:spMkLst>
        </pc:spChg>
        <pc:spChg chg="mod">
          <ac:chgData name="diagramador@aprovasim.com" userId="08c27f4fd777aeb1" providerId="LiveId" clId="{6DA82D89-F719-4B18-ABAA-0D43E56AF532}" dt="2026-05-08T12:30:44.873" v="4621" actId="14100"/>
          <ac:spMkLst>
            <pc:docMk/>
            <pc:sldMk cId="3732443723" sldId="682"/>
            <ac:spMk id="5" creationId="{BCD811D3-4170-3624-77F9-399D15CB2919}"/>
          </ac:spMkLst>
        </pc:spChg>
        <pc:spChg chg="mod">
          <ac:chgData name="diagramador@aprovasim.com" userId="08c27f4fd777aeb1" providerId="LiveId" clId="{6DA82D89-F719-4B18-ABAA-0D43E56AF532}" dt="2026-05-08T12:31:06.321" v="4625" actId="14100"/>
          <ac:spMkLst>
            <pc:docMk/>
            <pc:sldMk cId="3732443723" sldId="682"/>
            <ac:spMk id="6" creationId="{1F20852B-EB26-09DA-BBAA-22B49709516A}"/>
          </ac:spMkLst>
        </pc:spChg>
        <pc:picChg chg="add del mod">
          <ac:chgData name="diagramador@aprovasim.com" userId="08c27f4fd777aeb1" providerId="LiveId" clId="{6DA82D89-F719-4B18-ABAA-0D43E56AF532}" dt="2026-05-08T13:39:51.441" v="4848" actId="478"/>
          <ac:picMkLst>
            <pc:docMk/>
            <pc:sldMk cId="3732443723" sldId="682"/>
            <ac:picMk id="7" creationId="{9D5D1C62-90FC-5E14-2084-DAB723857EC4}"/>
          </ac:picMkLst>
        </pc:picChg>
        <pc:picChg chg="add del mod ord modCrop">
          <ac:chgData name="diagramador@aprovasim.com" userId="08c27f4fd777aeb1" providerId="LiveId" clId="{6DA82D89-F719-4B18-ABAA-0D43E56AF532}" dt="2026-05-08T13:40:50.089" v="4863" actId="478"/>
          <ac:picMkLst>
            <pc:docMk/>
            <pc:sldMk cId="3732443723" sldId="682"/>
            <ac:picMk id="9" creationId="{7B5BE558-7FF7-1352-0E50-5218C8CC7F4F}"/>
          </ac:picMkLst>
        </pc:picChg>
        <pc:picChg chg="add mod">
          <ac:chgData name="diagramador@aprovasim.com" userId="08c27f4fd777aeb1" providerId="LiveId" clId="{6DA82D89-F719-4B18-ABAA-0D43E56AF532}" dt="2026-05-08T13:43:28.870" v="4870" actId="732"/>
          <ac:picMkLst>
            <pc:docMk/>
            <pc:sldMk cId="3732443723" sldId="682"/>
            <ac:picMk id="11268" creationId="{9CB6F127-AA65-E96F-DB93-A70EA7A4219E}"/>
          </ac:picMkLst>
        </pc:picChg>
        <pc:picChg chg="del">
          <ac:chgData name="diagramador@aprovasim.com" userId="08c27f4fd777aeb1" providerId="LiveId" clId="{6DA82D89-F719-4B18-ABAA-0D43E56AF532}" dt="2026-05-08T12:31:09.080" v="4626" actId="478"/>
          <ac:picMkLst>
            <pc:docMk/>
            <pc:sldMk cId="3732443723" sldId="682"/>
            <ac:picMk id="14338" creationId="{24021989-965E-EE7B-D9BD-A86A091A7F9B}"/>
          </ac:picMkLst>
        </pc:picChg>
      </pc:sldChg>
      <pc:sldChg chg="addSp delSp modSp mod">
        <pc:chgData name="diagramador@aprovasim.com" userId="08c27f4fd777aeb1" providerId="LiveId" clId="{6DA82D89-F719-4B18-ABAA-0D43E56AF532}" dt="2026-05-08T14:23:56.358" v="4882"/>
        <pc:sldMkLst>
          <pc:docMk/>
          <pc:sldMk cId="3042870659" sldId="683"/>
        </pc:sldMkLst>
        <pc:spChg chg="mod">
          <ac:chgData name="diagramador@aprovasim.com" userId="08c27f4fd777aeb1" providerId="LiveId" clId="{6DA82D89-F719-4B18-ABAA-0D43E56AF532}" dt="2026-05-08T12:32:12.049" v="4639" actId="14100"/>
          <ac:spMkLst>
            <pc:docMk/>
            <pc:sldMk cId="3042870659" sldId="683"/>
            <ac:spMk id="5" creationId="{91119945-7F47-BA68-672C-F6E13EB9F307}"/>
          </ac:spMkLst>
        </pc:spChg>
        <pc:spChg chg="mod">
          <ac:chgData name="diagramador@aprovasim.com" userId="08c27f4fd777aeb1" providerId="LiveId" clId="{6DA82D89-F719-4B18-ABAA-0D43E56AF532}" dt="2026-05-08T12:32:29.198" v="4642" actId="948"/>
          <ac:spMkLst>
            <pc:docMk/>
            <pc:sldMk cId="3042870659" sldId="683"/>
            <ac:spMk id="6" creationId="{58EBFA9C-35AC-A952-59DA-25C85E25B247}"/>
          </ac:spMkLst>
        </pc:spChg>
        <pc:picChg chg="del">
          <ac:chgData name="diagramador@aprovasim.com" userId="08c27f4fd777aeb1" providerId="LiveId" clId="{6DA82D89-F719-4B18-ABAA-0D43E56AF532}" dt="2026-05-08T12:32:34.276" v="4643" actId="478"/>
          <ac:picMkLst>
            <pc:docMk/>
            <pc:sldMk cId="3042870659" sldId="683"/>
            <ac:picMk id="2050" creationId="{D0E16453-7D5B-FD74-94D3-AEB95135E9CA}"/>
          </ac:picMkLst>
        </pc:picChg>
        <pc:picChg chg="add mod">
          <ac:chgData name="diagramador@aprovasim.com" userId="08c27f4fd777aeb1" providerId="LiveId" clId="{6DA82D89-F719-4B18-ABAA-0D43E56AF532}" dt="2026-05-08T14:23:56.358" v="4882"/>
          <ac:picMkLst>
            <pc:docMk/>
            <pc:sldMk cId="3042870659" sldId="683"/>
            <ac:picMk id="12290" creationId="{41842F10-4987-FE22-5227-E4F4C60B19F4}"/>
          </ac:picMkLst>
        </pc:picChg>
      </pc:sldChg>
      <pc:sldChg chg="del">
        <pc:chgData name="diagramador@aprovasim.com" userId="08c27f4fd777aeb1" providerId="LiveId" clId="{6DA82D89-F719-4B18-ABAA-0D43E56AF532}" dt="2026-05-08T12:34:28.677" v="4672" actId="47"/>
        <pc:sldMkLst>
          <pc:docMk/>
          <pc:sldMk cId="3513172090" sldId="684"/>
        </pc:sldMkLst>
      </pc:sldChg>
      <pc:sldChg chg="addSp delSp modSp mod ord">
        <pc:chgData name="diagramador@aprovasim.com" userId="08c27f4fd777aeb1" providerId="LiveId" clId="{6DA82D89-F719-4B18-ABAA-0D43E56AF532}" dt="2026-05-08T14:23:41.310" v="4881" actId="732"/>
        <pc:sldMkLst>
          <pc:docMk/>
          <pc:sldMk cId="752070531" sldId="687"/>
        </pc:sldMkLst>
        <pc:spChg chg="mod">
          <ac:chgData name="diagramador@aprovasim.com" userId="08c27f4fd777aeb1" providerId="LiveId" clId="{6DA82D89-F719-4B18-ABAA-0D43E56AF532}" dt="2026-05-08T12:33:07.290" v="4655" actId="20577"/>
          <ac:spMkLst>
            <pc:docMk/>
            <pc:sldMk cId="752070531" sldId="687"/>
            <ac:spMk id="4" creationId="{F983D73B-EA8F-03EA-E015-F88B9770ED88}"/>
          </ac:spMkLst>
        </pc:spChg>
        <pc:spChg chg="mod">
          <ac:chgData name="diagramador@aprovasim.com" userId="08c27f4fd777aeb1" providerId="LiveId" clId="{6DA82D89-F719-4B18-ABAA-0D43E56AF532}" dt="2026-05-08T12:33:25.706" v="4658" actId="14100"/>
          <ac:spMkLst>
            <pc:docMk/>
            <pc:sldMk cId="752070531" sldId="687"/>
            <ac:spMk id="5" creationId="{52FA2653-CFBF-BDAE-1B07-8899A63290D7}"/>
          </ac:spMkLst>
        </pc:spChg>
        <pc:spChg chg="mod">
          <ac:chgData name="diagramador@aprovasim.com" userId="08c27f4fd777aeb1" providerId="LiveId" clId="{6DA82D89-F719-4B18-ABAA-0D43E56AF532}" dt="2026-05-08T12:33:43.682" v="4662" actId="14100"/>
          <ac:spMkLst>
            <pc:docMk/>
            <pc:sldMk cId="752070531" sldId="687"/>
            <ac:spMk id="6" creationId="{C9A27D02-D393-18BA-029F-770D2BD08AFF}"/>
          </ac:spMkLst>
        </pc:spChg>
        <pc:picChg chg="del">
          <ac:chgData name="diagramador@aprovasim.com" userId="08c27f4fd777aeb1" providerId="LiveId" clId="{6DA82D89-F719-4B18-ABAA-0D43E56AF532}" dt="2026-05-08T12:33:46.215" v="4663" actId="478"/>
          <ac:picMkLst>
            <pc:docMk/>
            <pc:sldMk cId="752070531" sldId="687"/>
            <ac:picMk id="5122" creationId="{A3776447-8168-37AB-5C22-6A0D14578128}"/>
          </ac:picMkLst>
        </pc:picChg>
        <pc:picChg chg="add mod">
          <ac:chgData name="diagramador@aprovasim.com" userId="08c27f4fd777aeb1" providerId="LiveId" clId="{6DA82D89-F719-4B18-ABAA-0D43E56AF532}" dt="2026-05-08T14:23:41.310" v="4881" actId="732"/>
          <ac:picMkLst>
            <pc:docMk/>
            <pc:sldMk cId="752070531" sldId="687"/>
            <ac:picMk id="13314" creationId="{280FB6F5-D420-D098-014C-4229ACF52603}"/>
          </ac:picMkLst>
        </pc:picChg>
      </pc:sldChg>
      <pc:sldChg chg="addSp delSp modSp mod">
        <pc:chgData name="diagramador@aprovasim.com" userId="08c27f4fd777aeb1" providerId="LiveId" clId="{6DA82D89-F719-4B18-ABAA-0D43E56AF532}" dt="2026-05-08T15:01:31.380" v="4938" actId="732"/>
        <pc:sldMkLst>
          <pc:docMk/>
          <pc:sldMk cId="1889646820" sldId="704"/>
        </pc:sldMkLst>
        <pc:spChg chg="mod">
          <ac:chgData name="diagramador@aprovasim.com" userId="08c27f4fd777aeb1" providerId="LiveId" clId="{6DA82D89-F719-4B18-ABAA-0D43E56AF532}" dt="2026-05-08T12:38:25.559" v="4719"/>
          <ac:spMkLst>
            <pc:docMk/>
            <pc:sldMk cId="1889646820" sldId="704"/>
            <ac:spMk id="5" creationId="{B9788270-B910-685E-288E-FB1FC23E53D6}"/>
          </ac:spMkLst>
        </pc:spChg>
        <pc:spChg chg="mod">
          <ac:chgData name="diagramador@aprovasim.com" userId="08c27f4fd777aeb1" providerId="LiveId" clId="{6DA82D89-F719-4B18-ABAA-0D43E56AF532}" dt="2026-05-08T12:38:50.521" v="4724" actId="14100"/>
          <ac:spMkLst>
            <pc:docMk/>
            <pc:sldMk cId="1889646820" sldId="704"/>
            <ac:spMk id="6" creationId="{9CC4FA51-2201-CA45-0AAE-1E17A5A0DADC}"/>
          </ac:spMkLst>
        </pc:spChg>
        <pc:picChg chg="del">
          <ac:chgData name="diagramador@aprovasim.com" userId="08c27f4fd777aeb1" providerId="LiveId" clId="{6DA82D89-F719-4B18-ABAA-0D43E56AF532}" dt="2026-05-08T12:38:14.283" v="4717" actId="478"/>
          <ac:picMkLst>
            <pc:docMk/>
            <pc:sldMk cId="1889646820" sldId="704"/>
            <ac:picMk id="7" creationId="{0A7AA300-4DBD-125E-105A-7196DAB394FE}"/>
          </ac:picMkLst>
        </pc:picChg>
        <pc:picChg chg="add mod">
          <ac:chgData name="diagramador@aprovasim.com" userId="08c27f4fd777aeb1" providerId="LiveId" clId="{6DA82D89-F719-4B18-ABAA-0D43E56AF532}" dt="2026-05-08T15:01:31.380" v="4938" actId="732"/>
          <ac:picMkLst>
            <pc:docMk/>
            <pc:sldMk cId="1889646820" sldId="704"/>
            <ac:picMk id="20482" creationId="{76F6F0A3-F738-BA85-CEA3-37D2723CEB21}"/>
          </ac:picMkLst>
        </pc:picChg>
      </pc:sldChg>
      <pc:sldChg chg="addSp delSp modSp mod">
        <pc:chgData name="diagramador@aprovasim.com" userId="08c27f4fd777aeb1" providerId="LiveId" clId="{6DA82D89-F719-4B18-ABAA-0D43E56AF532}" dt="2026-05-08T13:16:48.943" v="4799" actId="732"/>
        <pc:sldMkLst>
          <pc:docMk/>
          <pc:sldMk cId="2217351635" sldId="706"/>
        </pc:sldMkLst>
        <pc:spChg chg="mod">
          <ac:chgData name="diagramador@aprovasim.com" userId="08c27f4fd777aeb1" providerId="LiveId" clId="{6DA82D89-F719-4B18-ABAA-0D43E56AF532}" dt="2026-05-08T12:24:38.305" v="4563"/>
          <ac:spMkLst>
            <pc:docMk/>
            <pc:sldMk cId="2217351635" sldId="706"/>
            <ac:spMk id="5" creationId="{E3E2E0EE-0B81-AE0C-E296-9A166178C988}"/>
          </ac:spMkLst>
        </pc:spChg>
        <pc:spChg chg="mod">
          <ac:chgData name="diagramador@aprovasim.com" userId="08c27f4fd777aeb1" providerId="LiveId" clId="{6DA82D89-F719-4B18-ABAA-0D43E56AF532}" dt="2026-05-08T12:25:05.505" v="4567" actId="14100"/>
          <ac:spMkLst>
            <pc:docMk/>
            <pc:sldMk cId="2217351635" sldId="706"/>
            <ac:spMk id="6" creationId="{5DBF2A46-3447-2DB1-D564-A835F8D87CF9}"/>
          </ac:spMkLst>
        </pc:spChg>
        <pc:picChg chg="add del mod">
          <ac:chgData name="diagramador@aprovasim.com" userId="08c27f4fd777aeb1" providerId="LiveId" clId="{6DA82D89-F719-4B18-ABAA-0D43E56AF532}" dt="2026-05-08T13:16:30.465" v="4794" actId="478"/>
          <ac:picMkLst>
            <pc:docMk/>
            <pc:sldMk cId="2217351635" sldId="706"/>
            <ac:picMk id="4098" creationId="{38D4E10B-B4A4-5ABC-6475-21789453AC87}"/>
          </ac:picMkLst>
        </pc:picChg>
        <pc:picChg chg="add mod">
          <ac:chgData name="diagramador@aprovasim.com" userId="08c27f4fd777aeb1" providerId="LiveId" clId="{6DA82D89-F719-4B18-ABAA-0D43E56AF532}" dt="2026-05-08T13:16:48.943" v="4799" actId="732"/>
          <ac:picMkLst>
            <pc:docMk/>
            <pc:sldMk cId="2217351635" sldId="706"/>
            <ac:picMk id="4100" creationId="{E0EB07F9-CEA8-212F-E216-5E0614209C34}"/>
          </ac:picMkLst>
        </pc:picChg>
        <pc:picChg chg="del">
          <ac:chgData name="diagramador@aprovasim.com" userId="08c27f4fd777aeb1" providerId="LiveId" clId="{6DA82D89-F719-4B18-ABAA-0D43E56AF532}" dt="2026-05-08T12:25:09.043" v="4568" actId="478"/>
          <ac:picMkLst>
            <pc:docMk/>
            <pc:sldMk cId="2217351635" sldId="706"/>
            <ac:picMk id="15370" creationId="{E60B5C68-FC61-57E2-AA09-7E99DA44C6B0}"/>
          </ac:picMkLst>
        </pc:picChg>
      </pc:sldChg>
      <pc:sldChg chg="addSp delSp modSp mod">
        <pc:chgData name="diagramador@aprovasim.com" userId="08c27f4fd777aeb1" providerId="LiveId" clId="{6DA82D89-F719-4B18-ABAA-0D43E56AF532}" dt="2026-05-08T13:17:50.680" v="4804" actId="732"/>
        <pc:sldMkLst>
          <pc:docMk/>
          <pc:sldMk cId="2061312975" sldId="707"/>
        </pc:sldMkLst>
        <pc:spChg chg="mod">
          <ac:chgData name="diagramador@aprovasim.com" userId="08c27f4fd777aeb1" providerId="LiveId" clId="{6DA82D89-F719-4B18-ABAA-0D43E56AF532}" dt="2026-05-08T12:25:24.041" v="4571" actId="14100"/>
          <ac:spMkLst>
            <pc:docMk/>
            <pc:sldMk cId="2061312975" sldId="707"/>
            <ac:spMk id="5" creationId="{BF8279C5-9E04-477F-AD18-000BD53EB838}"/>
          </ac:spMkLst>
        </pc:spChg>
        <pc:spChg chg="mod">
          <ac:chgData name="diagramador@aprovasim.com" userId="08c27f4fd777aeb1" providerId="LiveId" clId="{6DA82D89-F719-4B18-ABAA-0D43E56AF532}" dt="2026-05-08T12:25:45.521" v="4575" actId="14100"/>
          <ac:spMkLst>
            <pc:docMk/>
            <pc:sldMk cId="2061312975" sldId="707"/>
            <ac:spMk id="6" creationId="{B52A9CE4-8949-482F-92B7-C80BB5C2182A}"/>
          </ac:spMkLst>
        </pc:spChg>
        <pc:picChg chg="add mod">
          <ac:chgData name="diagramador@aprovasim.com" userId="08c27f4fd777aeb1" providerId="LiveId" clId="{6DA82D89-F719-4B18-ABAA-0D43E56AF532}" dt="2026-05-08T13:17:50.680" v="4804" actId="732"/>
          <ac:picMkLst>
            <pc:docMk/>
            <pc:sldMk cId="2061312975" sldId="707"/>
            <ac:picMk id="3" creationId="{03E6D3ED-82BC-1320-9A0F-99AD312BD56D}"/>
          </ac:picMkLst>
        </pc:picChg>
        <pc:picChg chg="del">
          <ac:chgData name="diagramador@aprovasim.com" userId="08c27f4fd777aeb1" providerId="LiveId" clId="{6DA82D89-F719-4B18-ABAA-0D43E56AF532}" dt="2026-05-08T12:25:48.376" v="4576" actId="478"/>
          <ac:picMkLst>
            <pc:docMk/>
            <pc:sldMk cId="2061312975" sldId="707"/>
            <ac:picMk id="5122" creationId="{613630F2-9236-D703-604A-FBC21C89E073}"/>
          </ac:picMkLst>
        </pc:picChg>
      </pc:sldChg>
      <pc:sldChg chg="addSp delSp modSp mod">
        <pc:chgData name="diagramador@aprovasim.com" userId="08c27f4fd777aeb1" providerId="LiveId" clId="{6DA82D89-F719-4B18-ABAA-0D43E56AF532}" dt="2026-05-08T13:18:47.903" v="4809" actId="732"/>
        <pc:sldMkLst>
          <pc:docMk/>
          <pc:sldMk cId="1255656690" sldId="708"/>
        </pc:sldMkLst>
        <pc:spChg chg="mod">
          <ac:chgData name="diagramador@aprovasim.com" userId="08c27f4fd777aeb1" providerId="LiveId" clId="{6DA82D89-F719-4B18-ABAA-0D43E56AF532}" dt="2026-05-08T12:26:03.041" v="4579" actId="14100"/>
          <ac:spMkLst>
            <pc:docMk/>
            <pc:sldMk cId="1255656690" sldId="708"/>
            <ac:spMk id="5" creationId="{684AE021-5CF8-B028-21E2-7F268BDA7BE3}"/>
          </ac:spMkLst>
        </pc:spChg>
        <pc:spChg chg="mod">
          <ac:chgData name="diagramador@aprovasim.com" userId="08c27f4fd777aeb1" providerId="LiveId" clId="{6DA82D89-F719-4B18-ABAA-0D43E56AF532}" dt="2026-05-08T12:26:17.797" v="4582" actId="948"/>
          <ac:spMkLst>
            <pc:docMk/>
            <pc:sldMk cId="1255656690" sldId="708"/>
            <ac:spMk id="6" creationId="{16781B61-8744-28F7-E69F-DA4884CBD5D3}"/>
          </ac:spMkLst>
        </pc:spChg>
        <pc:picChg chg="add mod">
          <ac:chgData name="diagramador@aprovasim.com" userId="08c27f4fd777aeb1" providerId="LiveId" clId="{6DA82D89-F719-4B18-ABAA-0D43E56AF532}" dt="2026-05-08T13:18:47.903" v="4809" actId="732"/>
          <ac:picMkLst>
            <pc:docMk/>
            <pc:sldMk cId="1255656690" sldId="708"/>
            <ac:picMk id="3" creationId="{24C2554A-3886-CDF8-B60B-4D19F6DC43C9}"/>
          </ac:picMkLst>
        </pc:picChg>
        <pc:picChg chg="del">
          <ac:chgData name="diagramador@aprovasim.com" userId="08c27f4fd777aeb1" providerId="LiveId" clId="{6DA82D89-F719-4B18-ABAA-0D43E56AF532}" dt="2026-05-08T12:26:23.009" v="4583" actId="478"/>
          <ac:picMkLst>
            <pc:docMk/>
            <pc:sldMk cId="1255656690" sldId="708"/>
            <ac:picMk id="6146" creationId="{FFC332DC-D84D-BE02-3C4A-95B134015FD4}"/>
          </ac:picMkLst>
        </pc:picChg>
      </pc:sldChg>
      <pc:sldChg chg="addSp delSp modSp mod">
        <pc:chgData name="diagramador@aprovasim.com" userId="08c27f4fd777aeb1" providerId="LiveId" clId="{6DA82D89-F719-4B18-ABAA-0D43E56AF532}" dt="2026-05-08T13:24:12.295" v="4814" actId="732"/>
        <pc:sldMkLst>
          <pc:docMk/>
          <pc:sldMk cId="1790293505" sldId="709"/>
        </pc:sldMkLst>
        <pc:spChg chg="mod">
          <ac:chgData name="diagramador@aprovasim.com" userId="08c27f4fd777aeb1" providerId="LiveId" clId="{6DA82D89-F719-4B18-ABAA-0D43E56AF532}" dt="2026-05-08T12:27:07.426" v="4591" actId="14100"/>
          <ac:spMkLst>
            <pc:docMk/>
            <pc:sldMk cId="1790293505" sldId="709"/>
            <ac:spMk id="5" creationId="{C068BCB6-3525-EF1A-6A8A-9685B420B375}"/>
          </ac:spMkLst>
        </pc:spChg>
        <pc:spChg chg="mod">
          <ac:chgData name="diagramador@aprovasim.com" userId="08c27f4fd777aeb1" providerId="LiveId" clId="{6DA82D89-F719-4B18-ABAA-0D43E56AF532}" dt="2026-05-08T12:27:01.773" v="4590" actId="948"/>
          <ac:spMkLst>
            <pc:docMk/>
            <pc:sldMk cId="1790293505" sldId="709"/>
            <ac:spMk id="6" creationId="{64B9EAD8-C57B-A8EC-74E8-61E7D567B957}"/>
          </ac:spMkLst>
        </pc:spChg>
        <pc:picChg chg="add mod">
          <ac:chgData name="diagramador@aprovasim.com" userId="08c27f4fd777aeb1" providerId="LiveId" clId="{6DA82D89-F719-4B18-ABAA-0D43E56AF532}" dt="2026-05-08T13:24:12.295" v="4814" actId="732"/>
          <ac:picMkLst>
            <pc:docMk/>
            <pc:sldMk cId="1790293505" sldId="709"/>
            <ac:picMk id="3" creationId="{C31D77F7-11C6-2BD6-26A4-F3ACB22775E1}"/>
          </ac:picMkLst>
        </pc:picChg>
        <pc:picChg chg="del">
          <ac:chgData name="diagramador@aprovasim.com" userId="08c27f4fd777aeb1" providerId="LiveId" clId="{6DA82D89-F719-4B18-ABAA-0D43E56AF532}" dt="2026-05-08T12:27:36.740" v="4592" actId="478"/>
          <ac:picMkLst>
            <pc:docMk/>
            <pc:sldMk cId="1790293505" sldId="709"/>
            <ac:picMk id="7170" creationId="{6E46961F-5AE4-A782-0341-EBEB79D067FC}"/>
          </ac:picMkLst>
        </pc:picChg>
      </pc:sldChg>
      <pc:sldChg chg="addSp delSp modSp mod">
        <pc:chgData name="diagramador@aprovasim.com" userId="08c27f4fd777aeb1" providerId="LiveId" clId="{6DA82D89-F719-4B18-ABAA-0D43E56AF532}" dt="2026-05-08T13:25:18.671" v="4819" actId="732"/>
        <pc:sldMkLst>
          <pc:docMk/>
          <pc:sldMk cId="769086679" sldId="710"/>
        </pc:sldMkLst>
        <pc:spChg chg="mod">
          <ac:chgData name="diagramador@aprovasim.com" userId="08c27f4fd777aeb1" providerId="LiveId" clId="{6DA82D89-F719-4B18-ABAA-0D43E56AF532}" dt="2026-05-08T12:28:17.937" v="4595" actId="14100"/>
          <ac:spMkLst>
            <pc:docMk/>
            <pc:sldMk cId="769086679" sldId="710"/>
            <ac:spMk id="5" creationId="{6D822126-3C26-BDDA-DCA0-702523D2121E}"/>
          </ac:spMkLst>
        </pc:spChg>
        <pc:spChg chg="mod">
          <ac:chgData name="diagramador@aprovasim.com" userId="08c27f4fd777aeb1" providerId="LiveId" clId="{6DA82D89-F719-4B18-ABAA-0D43E56AF532}" dt="2026-05-08T12:28:36.873" v="4599" actId="14100"/>
          <ac:spMkLst>
            <pc:docMk/>
            <pc:sldMk cId="769086679" sldId="710"/>
            <ac:spMk id="6" creationId="{CE26B119-D682-545B-BE4A-5BF62B0BE01B}"/>
          </ac:spMkLst>
        </pc:spChg>
        <pc:picChg chg="add mod">
          <ac:chgData name="diagramador@aprovasim.com" userId="08c27f4fd777aeb1" providerId="LiveId" clId="{6DA82D89-F719-4B18-ABAA-0D43E56AF532}" dt="2026-05-08T13:25:18.671" v="4819" actId="732"/>
          <ac:picMkLst>
            <pc:docMk/>
            <pc:sldMk cId="769086679" sldId="710"/>
            <ac:picMk id="8194" creationId="{93B30847-88C6-4EDB-77D2-81E18850A9DB}"/>
          </ac:picMkLst>
        </pc:picChg>
        <pc:picChg chg="del">
          <ac:chgData name="diagramador@aprovasim.com" userId="08c27f4fd777aeb1" providerId="LiveId" clId="{6DA82D89-F719-4B18-ABAA-0D43E56AF532}" dt="2026-05-08T12:28:41.192" v="4600" actId="478"/>
          <ac:picMkLst>
            <pc:docMk/>
            <pc:sldMk cId="769086679" sldId="710"/>
            <ac:picMk id="8196" creationId="{619D49F1-6660-9185-ACFF-35E3E0E73E3F}"/>
          </ac:picMkLst>
        </pc:picChg>
      </pc:sldChg>
      <pc:sldChg chg="del">
        <pc:chgData name="diagramador@aprovasim.com" userId="08c27f4fd777aeb1" providerId="LiveId" clId="{6DA82D89-F719-4B18-ABAA-0D43E56AF532}" dt="2026-05-08T12:29:05.605" v="4601" actId="47"/>
        <pc:sldMkLst>
          <pc:docMk/>
          <pc:sldMk cId="3930042077" sldId="711"/>
        </pc:sldMkLst>
      </pc:sldChg>
      <pc:sldChg chg="del">
        <pc:chgData name="diagramador@aprovasim.com" userId="08c27f4fd777aeb1" providerId="LiveId" clId="{6DA82D89-F719-4B18-ABAA-0D43E56AF532}" dt="2026-05-08T12:29:05.605" v="4601" actId="47"/>
        <pc:sldMkLst>
          <pc:docMk/>
          <pc:sldMk cId="1663847267" sldId="712"/>
        </pc:sldMkLst>
      </pc:sldChg>
      <pc:sldChg chg="del">
        <pc:chgData name="diagramador@aprovasim.com" userId="08c27f4fd777aeb1" providerId="LiveId" clId="{6DA82D89-F719-4B18-ABAA-0D43E56AF532}" dt="2026-05-08T12:29:05.605" v="4601" actId="47"/>
        <pc:sldMkLst>
          <pc:docMk/>
          <pc:sldMk cId="2388118935" sldId="713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4251875111" sldId="714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4059831269" sldId="715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2570928553" sldId="716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3072162043" sldId="717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2510443633" sldId="718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3684196871" sldId="719"/>
        </pc:sldMkLst>
      </pc:sldChg>
      <pc:sldChg chg="del">
        <pc:chgData name="diagramador@aprovasim.com" userId="08c27f4fd777aeb1" providerId="LiveId" clId="{6DA82D89-F719-4B18-ABAA-0D43E56AF532}" dt="2026-05-08T12:34:39.104" v="4673" actId="47"/>
        <pc:sldMkLst>
          <pc:docMk/>
          <pc:sldMk cId="1804927018" sldId="720"/>
        </pc:sldMkLst>
      </pc:sldChg>
      <pc:sldChg chg="addSp delSp modSp mod">
        <pc:chgData name="diagramador@aprovasim.com" userId="08c27f4fd777aeb1" providerId="LiveId" clId="{6DA82D89-F719-4B18-ABAA-0D43E56AF532}" dt="2026-05-08T14:38:28.765" v="4916" actId="732"/>
        <pc:sldMkLst>
          <pc:docMk/>
          <pc:sldMk cId="3479897025" sldId="721"/>
        </pc:sldMkLst>
        <pc:spChg chg="mod">
          <ac:chgData name="diagramador@aprovasim.com" userId="08c27f4fd777aeb1" providerId="LiveId" clId="{6DA82D89-F719-4B18-ABAA-0D43E56AF532}" dt="2026-05-08T12:35:39.089" v="4684" actId="14100"/>
          <ac:spMkLst>
            <pc:docMk/>
            <pc:sldMk cId="3479897025" sldId="721"/>
            <ac:spMk id="5" creationId="{A471B9C3-96B3-F7B7-BF07-EA74E7513068}"/>
          </ac:spMkLst>
        </pc:spChg>
        <pc:spChg chg="mod">
          <ac:chgData name="diagramador@aprovasim.com" userId="08c27f4fd777aeb1" providerId="LiveId" clId="{6DA82D89-F719-4B18-ABAA-0D43E56AF532}" dt="2026-05-08T12:35:56.785" v="4688" actId="14100"/>
          <ac:spMkLst>
            <pc:docMk/>
            <pc:sldMk cId="3479897025" sldId="721"/>
            <ac:spMk id="6" creationId="{AAAA22EF-CA15-C63B-59A2-DB567302BD49}"/>
          </ac:spMkLst>
        </pc:spChg>
        <pc:picChg chg="del">
          <ac:chgData name="diagramador@aprovasim.com" userId="08c27f4fd777aeb1" providerId="LiveId" clId="{6DA82D89-F719-4B18-ABAA-0D43E56AF532}" dt="2026-05-08T12:35:58.115" v="4689" actId="478"/>
          <ac:picMkLst>
            <pc:docMk/>
            <pc:sldMk cId="3479897025" sldId="721"/>
            <ac:picMk id="14340" creationId="{1D88A559-B5CA-A91D-2AAA-1AD6BBB09AA1}"/>
          </ac:picMkLst>
        </pc:picChg>
        <pc:picChg chg="add mod">
          <ac:chgData name="diagramador@aprovasim.com" userId="08c27f4fd777aeb1" providerId="LiveId" clId="{6DA82D89-F719-4B18-ABAA-0D43E56AF532}" dt="2026-05-08T14:38:28.765" v="4916" actId="732"/>
          <ac:picMkLst>
            <pc:docMk/>
            <pc:sldMk cId="3479897025" sldId="721"/>
            <ac:picMk id="16386" creationId="{15E0469A-C1AA-8137-92C1-6B4704CA3D77}"/>
          </ac:picMkLst>
        </pc:picChg>
      </pc:sldChg>
      <pc:sldChg chg="addSp delSp modSp mod">
        <pc:chgData name="diagramador@aprovasim.com" userId="08c27f4fd777aeb1" providerId="LiveId" clId="{6DA82D89-F719-4B18-ABAA-0D43E56AF532}" dt="2026-05-08T14:42:45.981" v="4925" actId="732"/>
        <pc:sldMkLst>
          <pc:docMk/>
          <pc:sldMk cId="359583359" sldId="722"/>
        </pc:sldMkLst>
        <pc:spChg chg="mod">
          <ac:chgData name="diagramador@aprovasim.com" userId="08c27f4fd777aeb1" providerId="LiveId" clId="{6DA82D89-F719-4B18-ABAA-0D43E56AF532}" dt="2026-05-08T12:36:13.674" v="4692" actId="14100"/>
          <ac:spMkLst>
            <pc:docMk/>
            <pc:sldMk cId="359583359" sldId="722"/>
            <ac:spMk id="5" creationId="{7C3ECFE4-038C-A62E-4EA6-7543615E4B50}"/>
          </ac:spMkLst>
        </pc:spChg>
        <pc:spChg chg="mod">
          <ac:chgData name="diagramador@aprovasim.com" userId="08c27f4fd777aeb1" providerId="LiveId" clId="{6DA82D89-F719-4B18-ABAA-0D43E56AF532}" dt="2026-05-08T12:36:27.805" v="4695" actId="948"/>
          <ac:spMkLst>
            <pc:docMk/>
            <pc:sldMk cId="359583359" sldId="722"/>
            <ac:spMk id="6" creationId="{1D44CC43-FBA7-AD59-F8EB-BB9CD8998A69}"/>
          </ac:spMkLst>
        </pc:spChg>
        <pc:picChg chg="del">
          <ac:chgData name="diagramador@aprovasim.com" userId="08c27f4fd777aeb1" providerId="LiveId" clId="{6DA82D89-F719-4B18-ABAA-0D43E56AF532}" dt="2026-05-08T12:36:33.852" v="4696" actId="478"/>
          <ac:picMkLst>
            <pc:docMk/>
            <pc:sldMk cId="359583359" sldId="722"/>
            <ac:picMk id="16388" creationId="{C52D3E92-8DDE-C3D9-5057-6EC425349566}"/>
          </ac:picMkLst>
        </pc:picChg>
        <pc:picChg chg="add del mod">
          <ac:chgData name="diagramador@aprovasim.com" userId="08c27f4fd777aeb1" providerId="LiveId" clId="{6DA82D89-F719-4B18-ABAA-0D43E56AF532}" dt="2026-05-08T14:41:31.999" v="4920" actId="478"/>
          <ac:picMkLst>
            <pc:docMk/>
            <pc:sldMk cId="359583359" sldId="722"/>
            <ac:picMk id="17410" creationId="{0525D5D1-15A7-6034-918F-D9E94E49B34A}"/>
          </ac:picMkLst>
        </pc:picChg>
        <pc:picChg chg="add mod">
          <ac:chgData name="diagramador@aprovasim.com" userId="08c27f4fd777aeb1" providerId="LiveId" clId="{6DA82D89-F719-4B18-ABAA-0D43E56AF532}" dt="2026-05-08T14:42:45.981" v="4925" actId="732"/>
          <ac:picMkLst>
            <pc:docMk/>
            <pc:sldMk cId="359583359" sldId="722"/>
            <ac:picMk id="17412" creationId="{E971DD37-CB99-1528-A49F-DCD60A8566B5}"/>
          </ac:picMkLst>
        </pc:picChg>
      </pc:sldChg>
      <pc:sldChg chg="addSp delSp modSp mod">
        <pc:chgData name="diagramador@aprovasim.com" userId="08c27f4fd777aeb1" providerId="LiveId" clId="{6DA82D89-F719-4B18-ABAA-0D43E56AF532}" dt="2026-05-08T14:52:26.420" v="4929" actId="732"/>
        <pc:sldMkLst>
          <pc:docMk/>
          <pc:sldMk cId="1488592417" sldId="723"/>
        </pc:sldMkLst>
        <pc:spChg chg="mod">
          <ac:chgData name="diagramador@aprovasim.com" userId="08c27f4fd777aeb1" providerId="LiveId" clId="{6DA82D89-F719-4B18-ABAA-0D43E56AF532}" dt="2026-05-08T12:36:50" v="4698"/>
          <ac:spMkLst>
            <pc:docMk/>
            <pc:sldMk cId="1488592417" sldId="723"/>
            <ac:spMk id="5" creationId="{9199F0E3-AA81-41E7-21DF-C2D96A7C1B60}"/>
          </ac:spMkLst>
        </pc:spChg>
        <pc:spChg chg="mod">
          <ac:chgData name="diagramador@aprovasim.com" userId="08c27f4fd777aeb1" providerId="LiveId" clId="{6DA82D89-F719-4B18-ABAA-0D43E56AF532}" dt="2026-05-08T12:37:07.026" v="4702" actId="14100"/>
          <ac:spMkLst>
            <pc:docMk/>
            <pc:sldMk cId="1488592417" sldId="723"/>
            <ac:spMk id="6" creationId="{696F0FCF-9CE5-29D2-245D-B8DC53CCB6FA}"/>
          </ac:spMkLst>
        </pc:spChg>
        <pc:picChg chg="del">
          <ac:chgData name="diagramador@aprovasim.com" userId="08c27f4fd777aeb1" providerId="LiveId" clId="{6DA82D89-F719-4B18-ABAA-0D43E56AF532}" dt="2026-05-08T12:37:09.732" v="4703" actId="478"/>
          <ac:picMkLst>
            <pc:docMk/>
            <pc:sldMk cId="1488592417" sldId="723"/>
            <ac:picMk id="17410" creationId="{6B26E6FF-8E97-188B-EA44-552296DEB03A}"/>
          </ac:picMkLst>
        </pc:picChg>
        <pc:picChg chg="add mod">
          <ac:chgData name="diagramador@aprovasim.com" userId="08c27f4fd777aeb1" providerId="LiveId" clId="{6DA82D89-F719-4B18-ABAA-0D43E56AF532}" dt="2026-05-08T14:52:26.420" v="4929" actId="732"/>
          <ac:picMkLst>
            <pc:docMk/>
            <pc:sldMk cId="1488592417" sldId="723"/>
            <ac:picMk id="18434" creationId="{50C06A9A-1498-D72C-9152-59318AAF04C0}"/>
          </ac:picMkLst>
        </pc:picChg>
      </pc:sldChg>
      <pc:sldChg chg="addSp delSp modSp add del mod">
        <pc:chgData name="diagramador@aprovasim.com" userId="08c27f4fd777aeb1" providerId="LiveId" clId="{6DA82D89-F719-4B18-ABAA-0D43E56AF532}" dt="2026-05-08T14:57:30.460" v="4933" actId="732"/>
        <pc:sldMkLst>
          <pc:docMk/>
          <pc:sldMk cId="131566215" sldId="724"/>
        </pc:sldMkLst>
        <pc:spChg chg="mod">
          <ac:chgData name="diagramador@aprovasim.com" userId="08c27f4fd777aeb1" providerId="LiveId" clId="{6DA82D89-F719-4B18-ABAA-0D43E56AF532}" dt="2026-05-08T12:37:33.201" v="4708" actId="14100"/>
          <ac:spMkLst>
            <pc:docMk/>
            <pc:sldMk cId="131566215" sldId="724"/>
            <ac:spMk id="5" creationId="{E50D3975-E267-DD69-54D9-4537E11D7B58}"/>
          </ac:spMkLst>
        </pc:spChg>
        <pc:spChg chg="mod">
          <ac:chgData name="diagramador@aprovasim.com" userId="08c27f4fd777aeb1" providerId="LiveId" clId="{6DA82D89-F719-4B18-ABAA-0D43E56AF532}" dt="2026-05-08T12:37:55.185" v="4712" actId="14100"/>
          <ac:spMkLst>
            <pc:docMk/>
            <pc:sldMk cId="131566215" sldId="724"/>
            <ac:spMk id="6" creationId="{16A637BC-9E68-1BAC-8D4C-11AE2276003B}"/>
          </ac:spMkLst>
        </pc:spChg>
        <pc:picChg chg="del">
          <ac:chgData name="diagramador@aprovasim.com" userId="08c27f4fd777aeb1" providerId="LiveId" clId="{6DA82D89-F719-4B18-ABAA-0D43E56AF532}" dt="2026-05-08T12:37:58.676" v="4713" actId="478"/>
          <ac:picMkLst>
            <pc:docMk/>
            <pc:sldMk cId="131566215" sldId="724"/>
            <ac:picMk id="4" creationId="{C2985667-1112-73FB-5AAA-9D754BD28D09}"/>
          </ac:picMkLst>
        </pc:picChg>
        <pc:picChg chg="add mod">
          <ac:chgData name="diagramador@aprovasim.com" userId="08c27f4fd777aeb1" providerId="LiveId" clId="{6DA82D89-F719-4B18-ABAA-0D43E56AF532}" dt="2026-05-08T14:57:30.460" v="4933" actId="732"/>
          <ac:picMkLst>
            <pc:docMk/>
            <pc:sldMk cId="131566215" sldId="724"/>
            <ac:picMk id="19458" creationId="{A9AD755C-4A49-7D69-123E-A710E1D7451B}"/>
          </ac:picMkLst>
        </pc:picChg>
      </pc:sldChg>
      <pc:sldChg chg="del">
        <pc:chgData name="diagramador@aprovasim.com" userId="08c27f4fd777aeb1" providerId="LiveId" clId="{6DA82D89-F719-4B18-ABAA-0D43E56AF532}" dt="2026-05-08T12:38:10.278" v="4716" actId="47"/>
        <pc:sldMkLst>
          <pc:docMk/>
          <pc:sldMk cId="2711140532" sldId="725"/>
        </pc:sldMkLst>
      </pc:sldChg>
      <pc:sldChg chg="add del">
        <pc:chgData name="diagramador@aprovasim.com" userId="08c27f4fd777aeb1" providerId="LiveId" clId="{6DA82D89-F719-4B18-ABAA-0D43E56AF532}" dt="2026-05-08T12:38:10.278" v="4716" actId="47"/>
        <pc:sldMkLst>
          <pc:docMk/>
          <pc:sldMk cId="614202021" sldId="726"/>
        </pc:sldMkLst>
      </pc:sldChg>
      <pc:sldChg chg="addSp delSp modSp mod">
        <pc:chgData name="diagramador@aprovasim.com" userId="08c27f4fd777aeb1" providerId="LiveId" clId="{6DA82D89-F719-4B18-ABAA-0D43E56AF532}" dt="2026-05-08T15:05:37.636" v="4945" actId="732"/>
        <pc:sldMkLst>
          <pc:docMk/>
          <pc:sldMk cId="1446117305" sldId="727"/>
        </pc:sldMkLst>
        <pc:spChg chg="mod">
          <ac:chgData name="diagramador@aprovasim.com" userId="08c27f4fd777aeb1" providerId="LiveId" clId="{6DA82D89-F719-4B18-ABAA-0D43E56AF532}" dt="2026-05-08T12:39:08.025" v="4726"/>
          <ac:spMkLst>
            <pc:docMk/>
            <pc:sldMk cId="1446117305" sldId="727"/>
            <ac:spMk id="5" creationId="{532554C0-D4C0-52F6-6E77-91F705CC20A3}"/>
          </ac:spMkLst>
        </pc:spChg>
        <pc:spChg chg="mod">
          <ac:chgData name="diagramador@aprovasim.com" userId="08c27f4fd777aeb1" providerId="LiveId" clId="{6DA82D89-F719-4B18-ABAA-0D43E56AF532}" dt="2026-05-08T12:39:24.113" v="4730" actId="14100"/>
          <ac:spMkLst>
            <pc:docMk/>
            <pc:sldMk cId="1446117305" sldId="727"/>
            <ac:spMk id="6" creationId="{CB361E95-D527-0BDD-DBD1-E5E7CD8FC6E3}"/>
          </ac:spMkLst>
        </pc:spChg>
        <pc:picChg chg="del">
          <ac:chgData name="diagramador@aprovasim.com" userId="08c27f4fd777aeb1" providerId="LiveId" clId="{6DA82D89-F719-4B18-ABAA-0D43E56AF532}" dt="2026-05-08T12:39:25.890" v="4731" actId="478"/>
          <ac:picMkLst>
            <pc:docMk/>
            <pc:sldMk cId="1446117305" sldId="727"/>
            <ac:picMk id="4" creationId="{AC214FFA-778C-5B57-13CE-22BB44C4A69E}"/>
          </ac:picMkLst>
        </pc:picChg>
        <pc:picChg chg="add del mod">
          <ac:chgData name="diagramador@aprovasim.com" userId="08c27f4fd777aeb1" providerId="LiveId" clId="{6DA82D89-F719-4B18-ABAA-0D43E56AF532}" dt="2026-05-08T15:05:37.636" v="4945" actId="732"/>
          <ac:picMkLst>
            <pc:docMk/>
            <pc:sldMk cId="1446117305" sldId="727"/>
            <ac:picMk id="21506" creationId="{2B028C02-A96A-141E-FEDE-88955ED94319}"/>
          </ac:picMkLst>
        </pc:picChg>
      </pc:sldChg>
      <pc:sldChg chg="del">
        <pc:chgData name="diagramador@aprovasim.com" userId="08c27f4fd777aeb1" providerId="LiveId" clId="{6DA82D89-F719-4B18-ABAA-0D43E56AF532}" dt="2026-05-08T12:39:29.450" v="4732" actId="47"/>
        <pc:sldMkLst>
          <pc:docMk/>
          <pc:sldMk cId="2314897597" sldId="728"/>
        </pc:sldMkLst>
      </pc:sldChg>
      <pc:sldChg chg="del">
        <pc:chgData name="diagramador@aprovasim.com" userId="08c27f4fd777aeb1" providerId="LiveId" clId="{6DA82D89-F719-4B18-ABAA-0D43E56AF532}" dt="2026-05-08T12:39:29.450" v="4732" actId="47"/>
        <pc:sldMkLst>
          <pc:docMk/>
          <pc:sldMk cId="1411129760" sldId="729"/>
        </pc:sldMkLst>
      </pc:sldChg>
      <pc:sldChg chg="del">
        <pc:chgData name="diagramador@aprovasim.com" userId="08c27f4fd777aeb1" providerId="LiveId" clId="{6DA82D89-F719-4B18-ABAA-0D43E56AF532}" dt="2026-05-08T12:39:29.450" v="4732" actId="47"/>
        <pc:sldMkLst>
          <pc:docMk/>
          <pc:sldMk cId="3038363115" sldId="730"/>
        </pc:sldMkLst>
      </pc:sldChg>
      <pc:sldChg chg="addSp delSp add del setBg delDesignElem">
        <pc:chgData name="diagramador@aprovasim.com" userId="08c27f4fd777aeb1" providerId="LiveId" clId="{6DA82D89-F719-4B18-ABAA-0D43E56AF532}" dt="2026-05-08T12:32:57.184" v="4646"/>
        <pc:sldMkLst>
          <pc:docMk/>
          <pc:sldMk cId="3599078416" sldId="731"/>
        </pc:sldMkLst>
        <pc:spChg chg="add del">
          <ac:chgData name="diagramador@aprovasim.com" userId="08c27f4fd777aeb1" providerId="LiveId" clId="{6DA82D89-F719-4B18-ABAA-0D43E56AF532}" dt="2026-05-08T12:32:57.184" v="4646"/>
          <ac:spMkLst>
            <pc:docMk/>
            <pc:sldMk cId="3599078416" sldId="731"/>
            <ac:spMk id="12" creationId="{46728B59-619A-3A7A-EDFD-021B2C3C655D}"/>
          </ac:spMkLst>
        </pc:spChg>
        <pc:spChg chg="add del">
          <ac:chgData name="diagramador@aprovasim.com" userId="08c27f4fd777aeb1" providerId="LiveId" clId="{6DA82D89-F719-4B18-ABAA-0D43E56AF532}" dt="2026-05-08T12:32:57.184" v="4646"/>
          <ac:spMkLst>
            <pc:docMk/>
            <pc:sldMk cId="3599078416" sldId="731"/>
            <ac:spMk id="14" creationId="{735D58A8-0394-1B4B-4C24-ED552BD4A207}"/>
          </ac:spMkLst>
        </pc:spChg>
      </pc:sldChg>
      <pc:sldChg chg="add del">
        <pc:chgData name="diagramador@aprovasim.com" userId="08c27f4fd777aeb1" providerId="LiveId" clId="{6DA82D89-F719-4B18-ABAA-0D43E56AF532}" dt="2026-05-08T12:34:39.104" v="4673" actId="47"/>
        <pc:sldMkLst>
          <pc:docMk/>
          <pc:sldMk cId="3690003440" sldId="731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36D114-1937-4C55-BF86-F4C020AE20B6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F66082-62EF-4EF2-B22A-64B063CCC6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842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170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8C7A1-612C-F87F-984A-715A43AE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926DB7F-C176-419E-1374-8A3C5C627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7F191D5-2EA9-1684-DD2B-734F43C66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8889CD0-E13C-7F96-2834-B0FB2F6E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4529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C100-3172-8EB1-66E5-6125B3DEA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7381FB3-5A7B-2B66-11FA-E3F746D02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BE3137-EFDF-7F52-A6A7-40BD3B71B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7974D2-CFC8-4264-143D-0B51077E58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4372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3C412-B596-06B7-EC78-A07D36315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AEE0CCC-F7DC-A7C7-FAB9-821E39B98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43D1-2D6B-088E-D7E4-E6D6739BF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C069DA-80EF-8C01-C808-85C2003A3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6914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E3897-C064-5ADB-6224-AB7272E47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E28F17-0307-C069-14C4-53A40F6BC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8A17DCA-1406-DD91-1994-8DD4730774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8CD253-EE95-0D9A-BEB8-744E3F4192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4039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519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4729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635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417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97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3820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2538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0069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8556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9480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48706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207116-AAC5-4A69-B50F-7FADCFFD150F}" type="datetimeFigureOut">
              <a:rPr lang="pt-BR" smtClean="0"/>
              <a:t>03/06/2026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269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18723-6178-21FC-36D1-60762899D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CF3587-5D7A-DFC4-68EB-1C4748323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7369" y="4154521"/>
            <a:ext cx="4057262" cy="660076"/>
          </a:xfrm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  <a:latin typeface="Inter ExtraLight" panose="02000503000000020004" pitchFamily="2" charset="0"/>
                <a:ea typeface="Inter ExtraLight" panose="02000503000000020004" pitchFamily="2" charset="0"/>
              </a:rPr>
              <a:t>Nome do professor aqui</a:t>
            </a:r>
          </a:p>
        </p:txBody>
      </p:sp>
    </p:spTree>
    <p:extLst>
      <p:ext uri="{BB962C8B-B14F-4D97-AF65-F5344CB8AC3E}">
        <p14:creationId xmlns:p14="http://schemas.microsoft.com/office/powerpoint/2010/main" val="3048187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AD2F24B-E9D7-CBE7-680B-3EE782AA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2240" y="2766218"/>
            <a:ext cx="9247517" cy="1325563"/>
          </a:xfrm>
        </p:spPr>
        <p:txBody>
          <a:bodyPr>
            <a:normAutofit fontScale="90000"/>
          </a:bodyPr>
          <a:lstStyle/>
          <a:p>
            <a:pPr algn="ctr">
              <a:lnSpc>
                <a:spcPts val="6200"/>
              </a:lnSpc>
            </a:pPr>
            <a:r>
              <a:rPr lang="pt-BR" sz="6000" b="1" dirty="0">
                <a:solidFill>
                  <a:srgbClr val="E7432D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ATUALIDADES</a:t>
            </a:r>
            <a:r>
              <a:rPr lang="pt-BR" sz="5600" b="1" dirty="0">
                <a:solidFill>
                  <a:schemeClr val="bg1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 </a:t>
            </a:r>
            <a:br>
              <a:rPr lang="pt-BR" sz="5600" b="1" dirty="0">
                <a:solidFill>
                  <a:schemeClr val="bg1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</a:br>
            <a:r>
              <a:rPr lang="pt-BR" b="1" dirty="0">
                <a:solidFill>
                  <a:srgbClr val="E7432D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MAIO 2026</a:t>
            </a:r>
            <a:endParaRPr lang="pt-BR" sz="5600" b="1" dirty="0">
              <a:solidFill>
                <a:srgbClr val="E7432D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ítulo 5">
            <a:extLst>
              <a:ext uri="{FF2B5EF4-FFF2-40B4-BE49-F238E27FC236}">
                <a16:creationId xmlns:a16="http://schemas.microsoft.com/office/drawing/2014/main" id="{172D9D75-C376-F8A2-AE63-02891CB6C614}"/>
              </a:ext>
            </a:extLst>
          </p:cNvPr>
          <p:cNvSpPr txBox="1">
            <a:spLocks/>
          </p:cNvSpPr>
          <p:nvPr/>
        </p:nvSpPr>
        <p:spPr>
          <a:xfrm>
            <a:off x="3046561" y="4781282"/>
            <a:ext cx="6098876" cy="38602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400" dirty="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Prof. Max Engler</a:t>
            </a:r>
          </a:p>
        </p:txBody>
      </p:sp>
    </p:spTree>
    <p:extLst>
      <p:ext uri="{BB962C8B-B14F-4D97-AF65-F5344CB8AC3E}">
        <p14:creationId xmlns:p14="http://schemas.microsoft.com/office/powerpoint/2010/main" val="3895221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F479ED-2499-2E02-D879-156E3F7F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CAE89E0D-56A1-DE3E-87B6-12BD43B89CC5}"/>
              </a:ext>
            </a:extLst>
          </p:cNvPr>
          <p:cNvSpPr/>
          <p:nvPr/>
        </p:nvSpPr>
        <p:spPr>
          <a:xfrm>
            <a:off x="515938" y="2539782"/>
            <a:ext cx="5268636" cy="37340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360000" algn="just">
              <a:lnSpc>
                <a:spcPct val="108000"/>
              </a:lnSpc>
              <a:spcAft>
                <a:spcPts val="600"/>
              </a:spcAft>
            </a:pPr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A Comissão de Constituição e Justiça da Câmara aprovou a PEC que prevê mudanças na jornada de trabalho no Brasil e abre caminho para o fim do modelo 6x1. A proposta reduz a carga horária máxima semanal e agora segue para comissão especial. O tema gerou debate entre sindicatos e setores empresariais, que discutem impactos sobre produtividade, qualidade de vida, custos e geração de empregos.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6A2078D-83B0-A6D1-01AF-E1F984FDA87E}"/>
              </a:ext>
            </a:extLst>
          </p:cNvPr>
          <p:cNvSpPr/>
          <p:nvPr/>
        </p:nvSpPr>
        <p:spPr>
          <a:xfrm>
            <a:off x="515938" y="1491445"/>
            <a:ext cx="5268636" cy="736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sz="3200" b="1" dirty="0">
                <a:solidFill>
                  <a:schemeClr val="bg2">
                    <a:lumMod val="75000"/>
                  </a:schemeClr>
                </a:solidFill>
                <a:latin typeface="Aptos ExtraBold" panose="020B0004020202020204" pitchFamily="34" charset="0"/>
                <a:ea typeface="Verdana" panose="020B0604030504040204" pitchFamily="34" charset="0"/>
              </a:rPr>
              <a:t>CCJ aprova PEC do fim da jornada 6x1</a:t>
            </a:r>
          </a:p>
        </p:txBody>
      </p:sp>
      <p:sp>
        <p:nvSpPr>
          <p:cNvPr id="3" name="Categoria">
            <a:extLst>
              <a:ext uri="{FF2B5EF4-FFF2-40B4-BE49-F238E27FC236}">
                <a16:creationId xmlns:a16="http://schemas.microsoft.com/office/drawing/2014/main" id="{A77F85BD-6AA1-5E41-EBFC-F84581D32800}"/>
              </a:ext>
            </a:extLst>
          </p:cNvPr>
          <p:cNvSpPr/>
          <p:nvPr/>
        </p:nvSpPr>
        <p:spPr>
          <a:xfrm>
            <a:off x="515938" y="836613"/>
            <a:ext cx="1293812" cy="343307"/>
          </a:xfrm>
          <a:prstGeom prst="roundRect">
            <a:avLst>
              <a:gd name="adj" fmla="val 24475"/>
            </a:avLst>
          </a:prstGeom>
          <a:solidFill>
            <a:srgbClr val="E7432D"/>
          </a:solidFill>
          <a:ln>
            <a:noFill/>
          </a:ln>
          <a:effectLst>
            <a:outerShdw blurRad="50800" dist="381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600" b="1" dirty="0">
                <a:solidFill>
                  <a:schemeClr val="tx1"/>
                </a:solidFill>
                <a:sym typeface="Symbol" panose="05050102010706020507" pitchFamily="18" charset="2"/>
              </a:rPr>
              <a:t>  </a:t>
            </a:r>
            <a:r>
              <a:rPr lang="pt-BR" sz="1600" b="1" dirty="0">
                <a:solidFill>
                  <a:schemeClr val="tx1"/>
                </a:solidFill>
              </a:rPr>
              <a:t>BRASIL</a:t>
            </a:r>
          </a:p>
        </p:txBody>
      </p:sp>
    </p:spTree>
    <p:extLst>
      <p:ext uri="{BB962C8B-B14F-4D97-AF65-F5344CB8AC3E}">
        <p14:creationId xmlns:p14="http://schemas.microsoft.com/office/powerpoint/2010/main" val="22355588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FD3B5-9638-020C-B922-DF32E4A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3E361495-1A44-D4AD-3DE8-5CBF4934C0BA}"/>
              </a:ext>
            </a:extLst>
          </p:cNvPr>
          <p:cNvSpPr/>
          <p:nvPr/>
        </p:nvSpPr>
        <p:spPr>
          <a:xfrm>
            <a:off x="515938" y="2539782"/>
            <a:ext cx="5268636" cy="37340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360000" algn="just">
              <a:lnSpc>
                <a:spcPct val="108000"/>
              </a:lnSpc>
              <a:spcAft>
                <a:spcPts val="600"/>
              </a:spcAft>
            </a:pPr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A primeira-dama Melania Trump voltou a comentar publicamente o caso Jeffrey Epstein durante pronunciamento na Casa Branca. Ela negou qualquer ligação próxima com Epstein e </a:t>
            </a:r>
            <a:r>
              <a:rPr lang="pt-BR" dirty="0" err="1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Ghislaine</a:t>
            </a:r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 Maxwell e afirmou que acusações envolvendo seu nome seriam politicamente motivadas. O tema voltou ao centro do debate nos EUA após novas investigações e divulgação de documentos ligados ao caso.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079CAD9-0BE5-3A7D-5AC0-5C10E02BBAE3}"/>
              </a:ext>
            </a:extLst>
          </p:cNvPr>
          <p:cNvSpPr/>
          <p:nvPr/>
        </p:nvSpPr>
        <p:spPr>
          <a:xfrm>
            <a:off x="515938" y="1491445"/>
            <a:ext cx="5268636" cy="7374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sz="3200" b="1" dirty="0">
                <a:solidFill>
                  <a:schemeClr val="bg2">
                    <a:lumMod val="75000"/>
                  </a:schemeClr>
                </a:solidFill>
                <a:latin typeface="Aptos ExtraBold" panose="020B0004020202020204" pitchFamily="34" charset="0"/>
                <a:ea typeface="Verdana" panose="020B0604030504040204" pitchFamily="34" charset="0"/>
              </a:rPr>
              <a:t>Melania Trump volta a citar caso Epstein</a:t>
            </a:r>
          </a:p>
        </p:txBody>
      </p:sp>
      <p:sp>
        <p:nvSpPr>
          <p:cNvPr id="8" name="Categoria">
            <a:extLst>
              <a:ext uri="{FF2B5EF4-FFF2-40B4-BE49-F238E27FC236}">
                <a16:creationId xmlns:a16="http://schemas.microsoft.com/office/drawing/2014/main" id="{1D5B7385-7F9C-8B87-BC81-07828A648781}"/>
              </a:ext>
            </a:extLst>
          </p:cNvPr>
          <p:cNvSpPr/>
          <p:nvPr/>
        </p:nvSpPr>
        <p:spPr>
          <a:xfrm>
            <a:off x="515936" y="836613"/>
            <a:ext cx="3084514" cy="343307"/>
          </a:xfrm>
          <a:prstGeom prst="roundRect">
            <a:avLst>
              <a:gd name="adj" fmla="val 24475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600" b="1" dirty="0">
                <a:solidFill>
                  <a:schemeClr val="tx1"/>
                </a:solidFill>
                <a:sym typeface="Symbol" panose="05050102010706020507" pitchFamily="18" charset="2"/>
              </a:rPr>
              <a:t>   </a:t>
            </a:r>
            <a:r>
              <a:rPr lang="pt-BR" sz="1600" b="1" dirty="0">
                <a:solidFill>
                  <a:schemeClr val="tx1"/>
                </a:solidFill>
              </a:rPr>
              <a:t>GEOPOLÍTICA  |  América</a:t>
            </a:r>
          </a:p>
        </p:txBody>
      </p:sp>
    </p:spTree>
    <p:extLst>
      <p:ext uri="{BB962C8B-B14F-4D97-AF65-F5344CB8AC3E}">
        <p14:creationId xmlns:p14="http://schemas.microsoft.com/office/powerpoint/2010/main" val="12754231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5CA6D2-F3BD-E868-659E-AC6BAA138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243EE112-B610-048C-5269-6E91D8495E8C}"/>
              </a:ext>
            </a:extLst>
          </p:cNvPr>
          <p:cNvSpPr/>
          <p:nvPr/>
        </p:nvSpPr>
        <p:spPr>
          <a:xfrm>
            <a:off x="515938" y="2539782"/>
            <a:ext cx="5268636" cy="37340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360000" algn="just">
              <a:lnSpc>
                <a:spcPct val="108000"/>
              </a:lnSpc>
              <a:spcAft>
                <a:spcPts val="600"/>
              </a:spcAft>
            </a:pPr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Uma investigação jornalística revelou que Jeffrey Epstein manteve vítimas em apartamentos em Londres mesmo após o encerramento de investigações policiais anteriores. Os relatos apontam falhas das autoridades britânicas e ampliaram a pressão por responsabilização de envolvidos e revisão dos mecanismos de proteção às vítimas.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5C3DF3D-BC4B-BB23-5576-5961AAD86F60}"/>
              </a:ext>
            </a:extLst>
          </p:cNvPr>
          <p:cNvSpPr/>
          <p:nvPr/>
        </p:nvSpPr>
        <p:spPr>
          <a:xfrm>
            <a:off x="515938" y="1491445"/>
            <a:ext cx="5268636" cy="7374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sz="3000" b="1" dirty="0">
                <a:solidFill>
                  <a:schemeClr val="bg2">
                    <a:lumMod val="75000"/>
                  </a:schemeClr>
                </a:solidFill>
                <a:latin typeface="Aptos ExtraBold" panose="020B0004020202020204" pitchFamily="34" charset="0"/>
                <a:ea typeface="Verdana" panose="020B0604030504040204" pitchFamily="34" charset="0"/>
              </a:rPr>
              <a:t>Investigação revela atuação de Epstein em Londres</a:t>
            </a:r>
          </a:p>
        </p:txBody>
      </p:sp>
      <p:sp>
        <p:nvSpPr>
          <p:cNvPr id="8" name="Categoria">
            <a:extLst>
              <a:ext uri="{FF2B5EF4-FFF2-40B4-BE49-F238E27FC236}">
                <a16:creationId xmlns:a16="http://schemas.microsoft.com/office/drawing/2014/main" id="{BDE9428E-77AE-171C-8F11-43FBE3D2E692}"/>
              </a:ext>
            </a:extLst>
          </p:cNvPr>
          <p:cNvSpPr/>
          <p:nvPr/>
        </p:nvSpPr>
        <p:spPr>
          <a:xfrm>
            <a:off x="515936" y="836613"/>
            <a:ext cx="2436814" cy="343307"/>
          </a:xfrm>
          <a:prstGeom prst="roundRect">
            <a:avLst>
              <a:gd name="adj" fmla="val 24475"/>
            </a:avLst>
          </a:prstGeom>
          <a:solidFill>
            <a:schemeClr val="accent6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600" b="1" dirty="0">
                <a:solidFill>
                  <a:schemeClr val="tx1"/>
                </a:solidFill>
                <a:sym typeface="Symbol" panose="05050102010706020507" pitchFamily="18" charset="2"/>
              </a:rPr>
              <a:t>    </a:t>
            </a:r>
            <a:r>
              <a:rPr lang="pt-BR" sz="1600" b="1" dirty="0">
                <a:solidFill>
                  <a:schemeClr val="tx1"/>
                </a:solidFill>
              </a:rPr>
              <a:t>GLOBALIZAÇÃO</a:t>
            </a:r>
          </a:p>
        </p:txBody>
      </p:sp>
    </p:spTree>
    <p:extLst>
      <p:ext uri="{BB962C8B-B14F-4D97-AF65-F5344CB8AC3E}">
        <p14:creationId xmlns:p14="http://schemas.microsoft.com/office/powerpoint/2010/main" val="34409992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ED788C-94FB-3A54-C680-57FEA10C4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9E6C0DA0-FE2E-813F-C602-3C2753925822}"/>
              </a:ext>
            </a:extLst>
          </p:cNvPr>
          <p:cNvSpPr/>
          <p:nvPr/>
        </p:nvSpPr>
        <p:spPr>
          <a:xfrm>
            <a:off x="515938" y="2539782"/>
            <a:ext cx="5268636" cy="37340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360000" algn="just">
              <a:lnSpc>
                <a:spcPct val="108000"/>
              </a:lnSpc>
              <a:spcAft>
                <a:spcPts val="600"/>
              </a:spcAft>
            </a:pPr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A divulgação do ranking mundial de felicidade em abril de 2026 voltou a destacar contrastes entre países, com a Finlândia permanecendo na liderança e o Brasil ocupando posições intermediárias. O índice considera fatores como renda, apoio social, expectativa de vida, liberdade individual e percepção de corrupção.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606CCAF-6740-FF1A-A7DA-57C3FFD1D715}"/>
              </a:ext>
            </a:extLst>
          </p:cNvPr>
          <p:cNvSpPr/>
          <p:nvPr/>
        </p:nvSpPr>
        <p:spPr>
          <a:xfrm>
            <a:off x="515938" y="1491445"/>
            <a:ext cx="5268636" cy="7374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just"/>
            <a:r>
              <a:rPr lang="pt-BR" sz="3200" b="1" dirty="0">
                <a:solidFill>
                  <a:schemeClr val="bg2">
                    <a:lumMod val="75000"/>
                  </a:schemeClr>
                </a:solidFill>
                <a:latin typeface="Aptos ExtraBold" panose="020B0004020202020204" pitchFamily="34" charset="0"/>
                <a:ea typeface="Verdana" panose="020B0604030504040204" pitchFamily="34" charset="0"/>
              </a:rPr>
              <a:t>Finlândia lidera ranking de felicidade</a:t>
            </a:r>
          </a:p>
        </p:txBody>
      </p:sp>
      <p:sp>
        <p:nvSpPr>
          <p:cNvPr id="8" name="Categoria">
            <a:extLst>
              <a:ext uri="{FF2B5EF4-FFF2-40B4-BE49-F238E27FC236}">
                <a16:creationId xmlns:a16="http://schemas.microsoft.com/office/drawing/2014/main" id="{7CF4F6E3-7828-D9E8-C6F9-0E431D549929}"/>
              </a:ext>
            </a:extLst>
          </p:cNvPr>
          <p:cNvSpPr/>
          <p:nvPr/>
        </p:nvSpPr>
        <p:spPr>
          <a:xfrm>
            <a:off x="515936" y="836613"/>
            <a:ext cx="2179639" cy="343307"/>
          </a:xfrm>
          <a:prstGeom prst="roundRect">
            <a:avLst>
              <a:gd name="adj" fmla="val 24475"/>
            </a:avLst>
          </a:prstGeom>
          <a:solidFill>
            <a:srgbClr val="7030A0"/>
          </a:solidFill>
          <a:ln>
            <a:noFill/>
          </a:ln>
          <a:effectLst>
            <a:outerShdw blurRad="50800" dist="381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600" b="1" dirty="0">
                <a:solidFill>
                  <a:schemeClr val="tx1"/>
                </a:solidFill>
                <a:sym typeface="Symbol" panose="05050102010706020507" pitchFamily="18" charset="2"/>
              </a:rPr>
              <a:t>     </a:t>
            </a:r>
            <a:r>
              <a:rPr lang="pt-BR" sz="1600" b="1" dirty="0">
                <a:solidFill>
                  <a:schemeClr val="tx1"/>
                </a:solidFill>
                <a:sym typeface="Symbol" panose="05050102010706020507" pitchFamily="18" charset="2"/>
              </a:rPr>
              <a:t>DIVERSOS</a:t>
            </a:r>
            <a:endParaRPr lang="pt-BR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3160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-2108297336"/>
</p:tagLst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14791</TotalTime>
  <Words>428</Words>
  <Application>Microsoft Office PowerPoint</Application>
  <PresentationFormat>Widescreen</PresentationFormat>
  <Paragraphs>29</Paragraphs>
  <Slides>8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8" baseType="lpstr">
      <vt:lpstr>Aptos</vt:lpstr>
      <vt:lpstr>Aptos Display</vt:lpstr>
      <vt:lpstr>Aptos ExtraBold</vt:lpstr>
      <vt:lpstr>Arial</vt:lpstr>
      <vt:lpstr>Inter</vt:lpstr>
      <vt:lpstr>Inter Black</vt:lpstr>
      <vt:lpstr>Inter ExtraLight</vt:lpstr>
      <vt:lpstr>Symbol</vt:lpstr>
      <vt:lpstr>Verdana</vt:lpstr>
      <vt:lpstr>Office Theme</vt:lpstr>
      <vt:lpstr> </vt:lpstr>
      <vt:lpstr>ATUALIDADES  MAIO 2026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Administrativo - Aprovasim</dc:creator>
  <cp:lastModifiedBy>diagramador@aprovasim.com</cp:lastModifiedBy>
  <cp:revision>298</cp:revision>
  <dcterms:created xsi:type="dcterms:W3CDTF">2022-10-04T12:44:15Z</dcterms:created>
  <dcterms:modified xsi:type="dcterms:W3CDTF">2026-06-03T17:53:43Z</dcterms:modified>
</cp:coreProperties>
</file>
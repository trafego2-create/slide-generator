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2"/>
  </p:notesMasterIdLst>
  <p:sldIdLst>
    <p:sldId id="268" r:id="rId2"/>
    <p:sldId id="317" r:id="rId3"/>
    <p:sldId id="599" r:id="rId5"/>
  </p:sldIdLst>
  <p:sldSz cx="12192000" cy="6858000"/>
  <p:notesSz cx="6858000" cy="9144000"/>
  <p:custDataLst>
    <p:tags r:id="rId4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ivo - Aprovasim" initials="AA" lastIdx="1" clrIdx="0">
    <p:extLst>
      <p:ext uri="{19B8F6BF-5375-455C-9EA6-DF929625EA0E}">
        <p15:presenceInfo xmlns:p15="http://schemas.microsoft.com/office/powerpoint/2012/main" userId="456e7a91721135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DED"/>
    <a:srgbClr val="C5C4C4"/>
    <a:srgbClr val="F0C4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054CA9-01D5-41CB-9B3F-27FCE37911FD}" v="241" dt="2026-02-12T11:55:40.765"/>
    <p1510:client id="{A4746134-D35D-467F-97F1-5867D8238A0A}" v="1" dt="2026-02-12T13:47:38.178"/>
    <p1510:client id="{A75006E1-12E4-4211-AA72-F017A1B3EA92}" v="12" dt="2026-02-12T16:13:21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2" autoAdjust="0"/>
    <p:restoredTop sz="93577" autoAdjust="0"/>
  </p:normalViewPr>
  <p:slideViewPr>
    <p:cSldViewPr snapToGrid="0">
      <p:cViewPr varScale="1">
        <p:scale>
          <a:sx n="96" d="100"/>
          <a:sy n="96" d="100"/>
        </p:scale>
        <p:origin x="26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42" Type="http://schemas.openxmlformats.org/officeDocument/2006/relationships/notesMaster" Target="notesMasters/notesMaster1.xml"/><Relationship Id="rId43" Type="http://schemas.openxmlformats.org/officeDocument/2006/relationships/tags" Target="tags/tag1.xml"/><Relationship Id="rId44" Type="http://schemas.openxmlformats.org/officeDocument/2006/relationships/commentAuthors" Target="commentAuthors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6/11/relationships/changesInfo" Target="changesInfos/changesInfo1.xml"/><Relationship Id="rId5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gramador@aprovasim.com" userId="08c27f4fd777aeb1" providerId="LiveId" clId="{6DA82D89-F719-4B18-ABAA-0D43E56AF532}"/>
    <pc:docChg chg="undo custSel addSld delSld modSld sldOrd">
      <pc:chgData name="diagramador@aprovasim.com" userId="08c27f4fd777aeb1" providerId="LiveId" clId="{6DA82D89-F719-4B18-ABAA-0D43E56AF532}" dt="2026-02-12T16:13:21.671" v="4525" actId="732"/>
      <pc:docMkLst>
        <pc:docMk/>
      </pc:docMkLst>
      <pc:sldChg chg="addSp delSp modSp del mod">
        <pc:chgData name="diagramador@aprovasim.com" userId="08c27f4fd777aeb1" providerId="LiveId" clId="{6DA82D89-F719-4B18-ABAA-0D43E56AF532}" dt="2026-02-11T19:58:15.436" v="4241" actId="47"/>
        <pc:sldMkLst>
          <pc:docMk/>
          <pc:sldMk cId="3187768275" sldId="293"/>
        </pc:sldMkLst>
      </pc:sldChg>
      <pc:sldChg chg="modSp mod">
        <pc:chgData name="diagramador@aprovasim.com" userId="08c27f4fd777aeb1" providerId="LiveId" clId="{6DA82D89-F719-4B18-ABAA-0D43E56AF532}" dt="2026-02-11T20:57:25.303" v="4426" actId="404"/>
        <pc:sldMkLst>
          <pc:docMk/>
          <pc:sldMk cId="3895221387" sldId="317"/>
        </pc:sldMkLst>
        <pc:spChg chg="mod">
          <ac:chgData name="diagramador@aprovasim.com" userId="08c27f4fd777aeb1" providerId="LiveId" clId="{6DA82D89-F719-4B18-ABAA-0D43E56AF532}" dt="2026-02-11T20:57:25.303" v="4426" actId="404"/>
          <ac:spMkLst>
            <pc:docMk/>
            <pc:sldMk cId="3895221387" sldId="317"/>
            <ac:spMk id="4" creationId="{2AD2F24B-E9D7-CBE7-680B-3EE782AAC795}"/>
          </ac:spMkLst>
        </pc:spChg>
      </pc:sldChg>
      <pc:sldChg chg="addSp delSp modSp del mod">
        <pc:chgData name="diagramador@aprovasim.com" userId="08c27f4fd777aeb1" providerId="LiveId" clId="{6DA82D89-F719-4B18-ABAA-0D43E56AF532}" dt="2026-02-11T19:58:15.436" v="4241" actId="47"/>
        <pc:sldMkLst>
          <pc:docMk/>
          <pc:sldMk cId="1628923420" sldId="357"/>
        </pc:sldMkLst>
      </pc:sldChg>
      <pc:sldChg chg="addSp delSp modSp mod">
        <pc:chgData name="diagramador@aprovasim.com" userId="08c27f4fd777aeb1" providerId="LiveId" clId="{6DA82D89-F719-4B18-ABAA-0D43E56AF532}" dt="2026-02-11T20:01:46.284" v="4264" actId="732"/>
        <pc:sldMkLst>
          <pc:docMk/>
          <pc:sldMk cId="3135647419" sldId="399"/>
        </pc:sldMkLst>
        <pc:spChg chg="mod">
          <ac:chgData name="diagramador@aprovasim.com" userId="08c27f4fd777aeb1" providerId="LiveId" clId="{6DA82D89-F719-4B18-ABAA-0D43E56AF532}" dt="2026-02-11T19:31:58.127" v="3996" actId="255"/>
          <ac:spMkLst>
            <pc:docMk/>
            <pc:sldMk cId="3135647419" sldId="399"/>
            <ac:spMk id="5" creationId="{B4B2FEBD-4E9D-8C39-EB4B-0036615AA129}"/>
          </ac:spMkLst>
        </pc:spChg>
        <pc:spChg chg="mod">
          <ac:chgData name="diagramador@aprovasim.com" userId="08c27f4fd777aeb1" providerId="LiveId" clId="{6DA82D89-F719-4B18-ABAA-0D43E56AF532}" dt="2026-02-11T19:32:48.489" v="4001" actId="14100"/>
          <ac:spMkLst>
            <pc:docMk/>
            <pc:sldMk cId="3135647419" sldId="399"/>
            <ac:spMk id="6" creationId="{00000000-0000-0000-0000-000000000000}"/>
          </ac:spMkLst>
        </pc:spChg>
        <pc:picChg chg="add del mod">
          <ac:chgData name="diagramador@aprovasim.com" userId="08c27f4fd777aeb1" providerId="LiveId" clId="{6DA82D89-F719-4B18-ABAA-0D43E56AF532}" dt="2026-02-11T20:00:11.073" v="4246" actId="478"/>
          <ac:picMkLst>
            <pc:docMk/>
            <pc:sldMk cId="3135647419" sldId="399"/>
            <ac:picMk id="3" creationId="{35D64BE2-DCA5-0BDD-57F3-DB6C1FB0FB3F}"/>
          </ac:picMkLst>
        </pc:picChg>
        <pc:picChg chg="add del mod">
          <ac:chgData name="diagramador@aprovasim.com" userId="08c27f4fd777aeb1" providerId="LiveId" clId="{6DA82D89-F719-4B18-ABAA-0D43E56AF532}" dt="2026-02-11T19:32:53.394" v="4002" actId="478"/>
          <ac:picMkLst>
            <pc:docMk/>
            <pc:sldMk cId="3135647419" sldId="399"/>
            <ac:picMk id="1026" creationId="{BAD8D5D8-B40B-C3D1-81D2-EF78B8EB8BB1}"/>
          </ac:picMkLst>
        </pc:picChg>
        <pc:picChg chg="add del mod">
          <ac:chgData name="diagramador@aprovasim.com" userId="08c27f4fd777aeb1" providerId="LiveId" clId="{6DA82D89-F719-4B18-ABAA-0D43E56AF532}" dt="2026-02-11T20:00:35.855" v="4251" actId="478"/>
          <ac:picMkLst>
            <pc:docMk/>
            <pc:sldMk cId="3135647419" sldId="399"/>
            <ac:picMk id="1028" creationId="{65F139C9-01E9-8271-C1D6-8DE4E3E33992}"/>
          </ac:picMkLst>
        </pc:picChg>
        <pc:picChg chg="add del mod">
          <ac:chgData name="diagramador@aprovasim.com" userId="08c27f4fd777aeb1" providerId="LiveId" clId="{6DA82D89-F719-4B18-ABAA-0D43E56AF532}" dt="2026-02-11T20:01:10.754" v="4257" actId="478"/>
          <ac:picMkLst>
            <pc:docMk/>
            <pc:sldMk cId="3135647419" sldId="399"/>
            <ac:picMk id="1030" creationId="{B3F26E68-6FC6-F8FB-5FDB-B28393F86F03}"/>
          </ac:picMkLst>
        </pc:picChg>
        <pc:picChg chg="add mod">
          <ac:chgData name="diagramador@aprovasim.com" userId="08c27f4fd777aeb1" providerId="LiveId" clId="{6DA82D89-F719-4B18-ABAA-0D43E56AF532}" dt="2026-02-11T20:01:46.284" v="4264" actId="732"/>
          <ac:picMkLst>
            <pc:docMk/>
            <pc:sldMk cId="3135647419" sldId="399"/>
            <ac:picMk id="1032" creationId="{9EBE76AE-9BB9-0144-25FC-B89F0079E388}"/>
          </ac:picMkLst>
        </pc:picChg>
      </pc:sldChg>
      <pc:sldChg chg="addSp delSp modSp del mod">
        <pc:chgData name="diagramador@aprovasim.com" userId="08c27f4fd777aeb1" providerId="LiveId" clId="{6DA82D89-F719-4B18-ABAA-0D43E56AF532}" dt="2026-02-11T19:58:15.436" v="4241" actId="47"/>
        <pc:sldMkLst>
          <pc:docMk/>
          <pc:sldMk cId="3095092524" sldId="560"/>
        </pc:sldMkLst>
      </pc:sldChg>
      <pc:sldChg chg="addSp delSp modSp mod">
        <pc:chgData name="diagramador@aprovasim.com" userId="08c27f4fd777aeb1" providerId="LiveId" clId="{6DA82D89-F719-4B18-ABAA-0D43E56AF532}" dt="2026-02-12T11:55:40.762" v="4454" actId="732"/>
        <pc:sldMkLst>
          <pc:docMk/>
          <pc:sldMk cId="3142233136" sldId="575"/>
        </pc:sldMkLst>
        <pc:spChg chg="mod">
          <ac:chgData name="diagramador@aprovasim.com" userId="08c27f4fd777aeb1" providerId="LiveId" clId="{6DA82D89-F719-4B18-ABAA-0D43E56AF532}" dt="2026-02-11T19:36:45.321" v="4048" actId="255"/>
          <ac:spMkLst>
            <pc:docMk/>
            <pc:sldMk cId="3142233136" sldId="575"/>
            <ac:spMk id="5" creationId="{3021CF2E-AB26-8412-AC83-54226DE2C55A}"/>
          </ac:spMkLst>
        </pc:spChg>
        <pc:spChg chg="mod">
          <ac:chgData name="diagramador@aprovasim.com" userId="08c27f4fd777aeb1" providerId="LiveId" clId="{6DA82D89-F719-4B18-ABAA-0D43E56AF532}" dt="2026-02-11T19:38:08.298" v="4058" actId="14100"/>
          <ac:spMkLst>
            <pc:docMk/>
            <pc:sldMk cId="3142233136" sldId="575"/>
            <ac:spMk id="6" creationId="{625F8C89-10CD-25D2-F470-5F5D5F2B69F2}"/>
          </ac:spMkLst>
        </pc:spChg>
        <pc:picChg chg="add del mod">
          <ac:chgData name="diagramador@aprovasim.com" userId="08c27f4fd777aeb1" providerId="LiveId" clId="{6DA82D89-F719-4B18-ABAA-0D43E56AF532}" dt="2026-02-12T11:53:33.969" v="4446" actId="478"/>
          <ac:picMkLst>
            <pc:docMk/>
            <pc:sldMk cId="3142233136" sldId="575"/>
            <ac:picMk id="2050" creationId="{311AA253-F174-F17E-E91A-2F81EF01F217}"/>
          </ac:picMkLst>
        </pc:picChg>
        <pc:picChg chg="add mod">
          <ac:chgData name="diagramador@aprovasim.com" userId="08c27f4fd777aeb1" providerId="LiveId" clId="{6DA82D89-F719-4B18-ABAA-0D43E56AF532}" dt="2026-02-12T11:55:40.762" v="4454" actId="732"/>
          <ac:picMkLst>
            <pc:docMk/>
            <pc:sldMk cId="3142233136" sldId="575"/>
            <ac:picMk id="2052" creationId="{CF20364A-4BC9-E790-B9B2-E9A4E7E2D83C}"/>
          </ac:picMkLst>
        </pc:picChg>
        <pc:picChg chg="add del mod">
          <ac:chgData name="diagramador@aprovasim.com" userId="08c27f4fd777aeb1" providerId="LiveId" clId="{6DA82D89-F719-4B18-ABAA-0D43E56AF532}" dt="2026-02-11T19:36:30.075" v="4045" actId="478"/>
          <ac:picMkLst>
            <pc:docMk/>
            <pc:sldMk cId="3142233136" sldId="575"/>
            <ac:picMk id="8194" creationId="{D3489572-97DC-8611-F4CB-0494D9E51342}"/>
          </ac:picMkLst>
        </pc:picChg>
      </pc:sldChg>
      <pc:sldChg chg="addSp delSp modSp mod">
        <pc:chgData name="diagramador@aprovasim.com" userId="08c27f4fd777aeb1" providerId="LiveId" clId="{6DA82D89-F719-4B18-ABAA-0D43E56AF532}" dt="2026-02-11T20:03:15.973" v="4270" actId="732"/>
        <pc:sldMkLst>
          <pc:docMk/>
          <pc:sldMk cId="1999350397" sldId="599"/>
        </pc:sldMkLst>
        <pc:spChg chg="mod">
          <ac:chgData name="diagramador@aprovasim.com" userId="08c27f4fd777aeb1" providerId="LiveId" clId="{6DA82D89-F719-4B18-ABAA-0D43E56AF532}" dt="2026-02-11T19:33:12.010" v="4006" actId="255"/>
          <ac:spMkLst>
            <pc:docMk/>
            <pc:sldMk cId="1999350397" sldId="599"/>
            <ac:spMk id="5" creationId="{A51601C8-A419-43E8-27FA-C8417B406F14}"/>
          </ac:spMkLst>
        </pc:spChg>
        <pc:spChg chg="mod">
          <ac:chgData name="diagramador@aprovasim.com" userId="08c27f4fd777aeb1" providerId="LiveId" clId="{6DA82D89-F719-4B18-ABAA-0D43E56AF532}" dt="2026-02-11T19:33:26.809" v="4008" actId="14100"/>
          <ac:spMkLst>
            <pc:docMk/>
            <pc:sldMk cId="1999350397" sldId="599"/>
            <ac:spMk id="6" creationId="{46FC4CE2-33E5-6D0F-F849-E8AEF23B4B2F}"/>
          </ac:spMkLst>
        </pc:spChg>
        <pc:spChg chg="add del">
          <ac:chgData name="diagramador@aprovasim.com" userId="08c27f4fd777aeb1" providerId="LiveId" clId="{6DA82D89-F719-4B18-ABAA-0D43E56AF532}" dt="2026-02-11T19:33:29.823" v="4012"/>
          <ac:spMkLst>
            <pc:docMk/>
            <pc:sldMk cId="1999350397" sldId="599"/>
            <ac:spMk id="7" creationId="{B47DD127-AFB5-B66B-12EB-427E03A8F551}"/>
          </ac:spMkLst>
        </pc:spChg>
        <pc:picChg chg="add del mod">
          <ac:chgData name="diagramador@aprovasim.com" userId="08c27f4fd777aeb1" providerId="LiveId" clId="{6DA82D89-F719-4B18-ABAA-0D43E56AF532}" dt="2026-02-11T19:33:31.885" v="4013" actId="478"/>
          <ac:picMkLst>
            <pc:docMk/>
            <pc:sldMk cId="1999350397" sldId="599"/>
            <ac:picMk id="3" creationId="{4BBFF9D2-39D6-3B0B-EAA6-AB35AF9363AA}"/>
          </ac:picMkLst>
        </pc:picChg>
        <pc:picChg chg="add mod">
          <ac:chgData name="diagramador@aprovasim.com" userId="08c27f4fd777aeb1" providerId="LiveId" clId="{6DA82D89-F719-4B18-ABAA-0D43E56AF532}" dt="2026-02-11T20:03:15.973" v="4270" actId="732"/>
          <ac:picMkLst>
            <pc:docMk/>
            <pc:sldMk cId="1999350397" sldId="599"/>
            <ac:picMk id="2050" creationId="{2230275F-1ACF-751F-1D2C-9E6505AE9EFF}"/>
          </ac:picMkLst>
        </pc:picChg>
      </pc:sldChg>
      <pc:sldChg chg="addSp delSp modSp mod">
        <pc:chgData name="diagramador@aprovasim.com" userId="08c27f4fd777aeb1" providerId="LiveId" clId="{6DA82D89-F719-4B18-ABAA-0D43E56AF532}" dt="2026-02-11T20:06:48.528" v="4287" actId="732"/>
        <pc:sldMkLst>
          <pc:docMk/>
          <pc:sldMk cId="592009383" sldId="600"/>
        </pc:sldMkLst>
        <pc:spChg chg="mod">
          <ac:chgData name="diagramador@aprovasim.com" userId="08c27f4fd777aeb1" providerId="LiveId" clId="{6DA82D89-F719-4B18-ABAA-0D43E56AF532}" dt="2026-02-11T19:35:04.896" v="4031" actId="14100"/>
          <ac:spMkLst>
            <pc:docMk/>
            <pc:sldMk cId="592009383" sldId="600"/>
            <ac:spMk id="5" creationId="{81DBA1E5-B334-9A55-1165-E60ACE75BFDC}"/>
          </ac:spMkLst>
        </pc:spChg>
        <pc:spChg chg="mod">
          <ac:chgData name="diagramador@aprovasim.com" userId="08c27f4fd777aeb1" providerId="LiveId" clId="{6DA82D89-F719-4B18-ABAA-0D43E56AF532}" dt="2026-02-11T19:35:12.622" v="4032"/>
          <ac:spMkLst>
            <pc:docMk/>
            <pc:sldMk cId="592009383" sldId="600"/>
            <ac:spMk id="6" creationId="{6FCA1E11-0A1E-188A-AAEC-74A79C004076}"/>
          </ac:spMkLst>
        </pc:spChg>
        <pc:picChg chg="add mod">
          <ac:chgData name="diagramador@aprovasim.com" userId="08c27f4fd777aeb1" providerId="LiveId" clId="{6DA82D89-F719-4B18-ABAA-0D43E56AF532}" dt="2026-02-11T20:06:48.528" v="4287" actId="732"/>
          <ac:picMkLst>
            <pc:docMk/>
            <pc:sldMk cId="592009383" sldId="600"/>
            <ac:picMk id="5122" creationId="{6CA6846E-EFFA-79C5-571C-CAC9EE050007}"/>
          </ac:picMkLst>
        </pc:picChg>
        <pc:picChg chg="add del mod">
          <ac:chgData name="diagramador@aprovasim.com" userId="08c27f4fd777aeb1" providerId="LiveId" clId="{6DA82D89-F719-4B18-ABAA-0D43E56AF532}" dt="2026-02-11T19:35:21.888" v="4033" actId="478"/>
          <ac:picMkLst>
            <pc:docMk/>
            <pc:sldMk cId="592009383" sldId="600"/>
            <ac:picMk id="6150" creationId="{3DDD7C38-CF11-C971-5410-55993C3226C0}"/>
          </ac:picMkLst>
        </pc:picChg>
      </pc:sldChg>
      <pc:sldChg chg="addSp delSp modSp mod">
        <pc:chgData name="diagramador@aprovasim.com" userId="08c27f4fd777aeb1" providerId="LiveId" clId="{6DA82D89-F719-4B18-ABAA-0D43E56AF532}" dt="2026-02-11T20:05:34.606" v="4280" actId="732"/>
        <pc:sldMkLst>
          <pc:docMk/>
          <pc:sldMk cId="2722270705" sldId="601"/>
        </pc:sldMkLst>
        <pc:spChg chg="add mod">
          <ac:chgData name="diagramador@aprovasim.com" userId="08c27f4fd777aeb1" providerId="LiveId" clId="{6DA82D89-F719-4B18-ABAA-0D43E56AF532}" dt="2026-02-11T19:53:39.899" v="4192" actId="1036"/>
          <ac:spMkLst>
            <pc:docMk/>
            <pc:sldMk cId="2722270705" sldId="601"/>
            <ac:spMk id="3" creationId="{843F1A6B-3D30-AF9B-1308-E02B92942FAB}"/>
          </ac:spMkLst>
        </pc:spChg>
        <pc:spChg chg="add del mod">
          <ac:chgData name="diagramador@aprovasim.com" userId="08c27f4fd777aeb1" providerId="LiveId" clId="{6DA82D89-F719-4B18-ABAA-0D43E56AF532}" dt="2026-02-11T19:53:32.985" v="4187" actId="478"/>
          <ac:spMkLst>
            <pc:docMk/>
            <pc:sldMk cId="2722270705" sldId="601"/>
            <ac:spMk id="4" creationId="{DA502DA2-9B77-01F7-ECA9-34F2C5D32DA2}"/>
          </ac:spMkLst>
        </pc:spChg>
        <pc:spChg chg="mod">
          <ac:chgData name="diagramador@aprovasim.com" userId="08c27f4fd777aeb1" providerId="LiveId" clId="{6DA82D89-F719-4B18-ABAA-0D43E56AF532}" dt="2026-02-11T19:52:19.164" v="4166" actId="1076"/>
          <ac:spMkLst>
            <pc:docMk/>
            <pc:sldMk cId="2722270705" sldId="601"/>
            <ac:spMk id="5" creationId="{F30F1BDC-9371-1A04-7191-A6E77342FD6B}"/>
          </ac:spMkLst>
        </pc:spChg>
        <pc:spChg chg="mod">
          <ac:chgData name="diagramador@aprovasim.com" userId="08c27f4fd777aeb1" providerId="LiveId" clId="{6DA82D89-F719-4B18-ABAA-0D43E56AF532}" dt="2026-02-11T19:53:48.875" v="4193" actId="14100"/>
          <ac:spMkLst>
            <pc:docMk/>
            <pc:sldMk cId="2722270705" sldId="601"/>
            <ac:spMk id="6" creationId="{88468659-EB21-4631-8A37-B96867A50CEA}"/>
          </ac:spMkLst>
        </pc:spChg>
        <pc:picChg chg="add mod">
          <ac:chgData name="diagramador@aprovasim.com" userId="08c27f4fd777aeb1" providerId="LiveId" clId="{6DA82D89-F719-4B18-ABAA-0D43E56AF532}" dt="2026-02-11T20:05:34.606" v="4280" actId="732"/>
          <ac:picMkLst>
            <pc:docMk/>
            <pc:sldMk cId="2722270705" sldId="601"/>
            <ac:picMk id="4098" creationId="{6F591E15-B633-3E07-8A75-863256A5DAB7}"/>
          </ac:picMkLst>
        </pc:picChg>
        <pc:picChg chg="add del mod">
          <ac:chgData name="diagramador@aprovasim.com" userId="08c27f4fd777aeb1" providerId="LiveId" clId="{6DA82D89-F719-4B18-ABAA-0D43E56AF532}" dt="2026-02-11T19:34:22.684" v="4021" actId="478"/>
          <ac:picMkLst>
            <pc:docMk/>
            <pc:sldMk cId="2722270705" sldId="601"/>
            <ac:picMk id="4100" creationId="{2D2B515D-06CC-F23A-66DD-81828E18ADDE}"/>
          </ac:picMkLst>
        </pc:picChg>
      </pc:sldChg>
      <pc:sldChg chg="addSp delSp modSp del mod">
        <pc:chgData name="diagramador@aprovasim.com" userId="08c27f4fd777aeb1" providerId="LiveId" clId="{6DA82D89-F719-4B18-ABAA-0D43E56AF532}" dt="2026-02-11T19:58:15.436" v="4241" actId="47"/>
        <pc:sldMkLst>
          <pc:docMk/>
          <pc:sldMk cId="1607274927" sldId="602"/>
        </pc:sldMkLst>
      </pc:sldChg>
      <pc:sldChg chg="addSp delSp modSp mod">
        <pc:chgData name="diagramador@aprovasim.com" userId="08c27f4fd777aeb1" providerId="LiveId" clId="{6DA82D89-F719-4B18-ABAA-0D43E56AF532}" dt="2026-02-11T20:19:08.617" v="4297" actId="732"/>
        <pc:sldMkLst>
          <pc:docMk/>
          <pc:sldMk cId="2566922897" sldId="607"/>
        </pc:sldMkLst>
        <pc:spChg chg="mod">
          <ac:chgData name="diagramador@aprovasim.com" userId="08c27f4fd777aeb1" providerId="LiveId" clId="{6DA82D89-F719-4B18-ABAA-0D43E56AF532}" dt="2026-02-11T19:39:13.028" v="4072" actId="14100"/>
          <ac:spMkLst>
            <pc:docMk/>
            <pc:sldMk cId="2566922897" sldId="607"/>
            <ac:spMk id="5" creationId="{8DD09886-F90F-E9A0-914F-C4C8FD23C48A}"/>
          </ac:spMkLst>
        </pc:spChg>
        <pc:spChg chg="mod">
          <ac:chgData name="diagramador@aprovasim.com" userId="08c27f4fd777aeb1" providerId="LiveId" clId="{6DA82D89-F719-4B18-ABAA-0D43E56AF532}" dt="2026-02-11T19:39:26.614" v="4074" actId="14100"/>
          <ac:spMkLst>
            <pc:docMk/>
            <pc:sldMk cId="2566922897" sldId="607"/>
            <ac:spMk id="6" creationId="{55D1643D-6000-D738-564A-365D27CFE068}"/>
          </ac:spMkLst>
        </pc:spChg>
        <pc:picChg chg="add mod">
          <ac:chgData name="diagramador@aprovasim.com" userId="08c27f4fd777aeb1" providerId="LiveId" clId="{6DA82D89-F719-4B18-ABAA-0D43E56AF532}" dt="2026-02-11T20:19:08.617" v="4297" actId="732"/>
          <ac:picMkLst>
            <pc:docMk/>
            <pc:sldMk cId="2566922897" sldId="607"/>
            <ac:picMk id="7170" creationId="{6DAC3E23-B73A-18C1-3576-B247887CBF39}"/>
          </ac:picMkLst>
        </pc:picChg>
        <pc:picChg chg="add del mod">
          <ac:chgData name="diagramador@aprovasim.com" userId="08c27f4fd777aeb1" providerId="LiveId" clId="{6DA82D89-F719-4B18-ABAA-0D43E56AF532}" dt="2026-02-11T19:39:30.863" v="4075" actId="478"/>
          <ac:picMkLst>
            <pc:docMk/>
            <pc:sldMk cId="2566922897" sldId="607"/>
            <ac:picMk id="10244" creationId="{9E110E8B-14A8-352C-26CE-421E09C1020E}"/>
          </ac:picMkLst>
        </pc:picChg>
      </pc:sldChg>
      <pc:sldChg chg="addSp delSp modSp mod">
        <pc:chgData name="diagramador@aprovasim.com" userId="08c27f4fd777aeb1" providerId="LiveId" clId="{6DA82D89-F719-4B18-ABAA-0D43E56AF532}" dt="2026-02-11T20:24:28.367" v="4314" actId="732"/>
        <pc:sldMkLst>
          <pc:docMk/>
          <pc:sldMk cId="2274074053" sldId="611"/>
        </pc:sldMkLst>
        <pc:spChg chg="mod">
          <ac:chgData name="diagramador@aprovasim.com" userId="08c27f4fd777aeb1" providerId="LiveId" clId="{6DA82D89-F719-4B18-ABAA-0D43E56AF532}" dt="2026-02-11T19:40:54.593" v="4091" actId="14100"/>
          <ac:spMkLst>
            <pc:docMk/>
            <pc:sldMk cId="2274074053" sldId="611"/>
            <ac:spMk id="5" creationId="{B5CF3A89-A775-874C-199C-6CA979BD9BB2}"/>
          </ac:spMkLst>
        </pc:spChg>
        <pc:spChg chg="mod">
          <ac:chgData name="diagramador@aprovasim.com" userId="08c27f4fd777aeb1" providerId="LiveId" clId="{6DA82D89-F719-4B18-ABAA-0D43E56AF532}" dt="2026-02-11T19:41:06.748" v="4093" actId="14100"/>
          <ac:spMkLst>
            <pc:docMk/>
            <pc:sldMk cId="2274074053" sldId="611"/>
            <ac:spMk id="6" creationId="{C3B3B0B7-468F-93D7-5285-748FECFFED54}"/>
          </ac:spMkLst>
        </pc:spChg>
        <pc:picChg chg="add del">
          <ac:chgData name="diagramador@aprovasim.com" userId="08c27f4fd777aeb1" providerId="LiveId" clId="{6DA82D89-F719-4B18-ABAA-0D43E56AF532}" dt="2026-02-11T20:22:41.207" v="4304" actId="478"/>
          <ac:picMkLst>
            <pc:docMk/>
            <pc:sldMk cId="2274074053" sldId="611"/>
            <ac:picMk id="9218" creationId="{017E66B9-C795-1DB4-40A2-0C517C9FD79E}"/>
          </ac:picMkLst>
        </pc:picChg>
        <pc:picChg chg="add del mod">
          <ac:chgData name="diagramador@aprovasim.com" userId="08c27f4fd777aeb1" providerId="LiveId" clId="{6DA82D89-F719-4B18-ABAA-0D43E56AF532}" dt="2026-02-11T20:24:17.069" v="4310" actId="478"/>
          <ac:picMkLst>
            <pc:docMk/>
            <pc:sldMk cId="2274074053" sldId="611"/>
            <ac:picMk id="9220" creationId="{731D61A3-E737-D11B-432F-96C9B1C420E7}"/>
          </ac:picMkLst>
        </pc:picChg>
        <pc:picChg chg="add mod">
          <ac:chgData name="diagramador@aprovasim.com" userId="08c27f4fd777aeb1" providerId="LiveId" clId="{6DA82D89-F719-4B18-ABAA-0D43E56AF532}" dt="2026-02-11T20:24:28.367" v="4314" actId="732"/>
          <ac:picMkLst>
            <pc:docMk/>
            <pc:sldMk cId="2274074053" sldId="611"/>
            <ac:picMk id="9222" creationId="{BB8731DA-1D89-26F5-A87C-2D406C415D70}"/>
          </ac:picMkLst>
        </pc:picChg>
        <pc:picChg chg="add del mod">
          <ac:chgData name="diagramador@aprovasim.com" userId="08c27f4fd777aeb1" providerId="LiveId" clId="{6DA82D89-F719-4B18-ABAA-0D43E56AF532}" dt="2026-02-11T19:40:36.615" v="4086" actId="478"/>
          <ac:picMkLst>
            <pc:docMk/>
            <pc:sldMk cId="2274074053" sldId="611"/>
            <ac:picMk id="12290" creationId="{00A943A6-C636-6146-1C72-A8018451AD98}"/>
          </ac:picMkLst>
        </pc:picChg>
      </pc:sldChg>
      <pc:sldChg chg="addSp delSp modSp mod">
        <pc:chgData name="diagramador@aprovasim.com" userId="08c27f4fd777aeb1" providerId="LiveId" clId="{6DA82D89-F719-4B18-ABAA-0D43E56AF532}" dt="2026-02-11T20:29:43.245" v="4325" actId="732"/>
        <pc:sldMkLst>
          <pc:docMk/>
          <pc:sldMk cId="2041764478" sldId="612"/>
        </pc:sldMkLst>
        <pc:spChg chg="mod">
          <ac:chgData name="diagramador@aprovasim.com" userId="08c27f4fd777aeb1" providerId="LiveId" clId="{6DA82D89-F719-4B18-ABAA-0D43E56AF532}" dt="2026-02-11T19:42:14.866" v="4106" actId="14100"/>
          <ac:spMkLst>
            <pc:docMk/>
            <pc:sldMk cId="2041764478" sldId="612"/>
            <ac:spMk id="5" creationId="{52523CAD-43A7-4FF2-0CF0-E037EF3ED3A8}"/>
          </ac:spMkLst>
        </pc:spChg>
        <pc:spChg chg="mod">
          <ac:chgData name="diagramador@aprovasim.com" userId="08c27f4fd777aeb1" providerId="LiveId" clId="{6DA82D89-F719-4B18-ABAA-0D43E56AF532}" dt="2026-02-11T19:42:30.964" v="4109" actId="14100"/>
          <ac:spMkLst>
            <pc:docMk/>
            <pc:sldMk cId="2041764478" sldId="612"/>
            <ac:spMk id="6" creationId="{236E73FD-5CE9-F478-7FA2-BFEDB7F2FFFC}"/>
          </ac:spMkLst>
        </pc:spChg>
        <pc:picChg chg="add mod">
          <ac:chgData name="diagramador@aprovasim.com" userId="08c27f4fd777aeb1" providerId="LiveId" clId="{6DA82D89-F719-4B18-ABAA-0D43E56AF532}" dt="2026-02-11T20:29:43.245" v="4325" actId="732"/>
          <ac:picMkLst>
            <pc:docMk/>
            <pc:sldMk cId="2041764478" sldId="612"/>
            <ac:picMk id="11266" creationId="{4ED6AE63-13C7-D18F-194B-3106F016BADA}"/>
          </ac:picMkLst>
        </pc:picChg>
        <pc:picChg chg="add del mod">
          <ac:chgData name="diagramador@aprovasim.com" userId="08c27f4fd777aeb1" providerId="LiveId" clId="{6DA82D89-F719-4B18-ABAA-0D43E56AF532}" dt="2026-02-11T19:42:16.152" v="4107" actId="478"/>
          <ac:picMkLst>
            <pc:docMk/>
            <pc:sldMk cId="2041764478" sldId="612"/>
            <ac:picMk id="13314" creationId="{0931CD95-520A-1B76-D7FF-94BB79008C62}"/>
          </ac:picMkLst>
        </pc:picChg>
      </pc:sldChg>
      <pc:sldChg chg="addSp delSp modSp del mod">
        <pc:chgData name="diagramador@aprovasim.com" userId="08c27f4fd777aeb1" providerId="LiveId" clId="{6DA82D89-F719-4B18-ABAA-0D43E56AF532}" dt="2026-02-11T19:58:15.436" v="4241" actId="47"/>
        <pc:sldMkLst>
          <pc:docMk/>
          <pc:sldMk cId="3575631179" sldId="661"/>
        </pc:sldMkLst>
      </pc:sldChg>
      <pc:sldChg chg="addSp delSp modSp del mod">
        <pc:chgData name="diagramador@aprovasim.com" userId="08c27f4fd777aeb1" providerId="LiveId" clId="{6DA82D89-F719-4B18-ABAA-0D43E56AF532}" dt="2026-02-11T19:58:15.436" v="4241" actId="47"/>
        <pc:sldMkLst>
          <pc:docMk/>
          <pc:sldMk cId="3946459515" sldId="662"/>
        </pc:sldMkLst>
      </pc:sldChg>
      <pc:sldChg chg="addSp delSp modSp del mod">
        <pc:chgData name="diagramador@aprovasim.com" userId="08c27f4fd777aeb1" providerId="LiveId" clId="{6DA82D89-F719-4B18-ABAA-0D43E56AF532}" dt="2026-02-11T19:58:15.436" v="4241" actId="47"/>
        <pc:sldMkLst>
          <pc:docMk/>
          <pc:sldMk cId="4077549648" sldId="663"/>
        </pc:sldMkLst>
      </pc:sldChg>
      <pc:sldChg chg="addSp delSp modSp del mod">
        <pc:chgData name="diagramador@aprovasim.com" userId="08c27f4fd777aeb1" providerId="LiveId" clId="{6DA82D89-F719-4B18-ABAA-0D43E56AF532}" dt="2026-02-11T19:58:15.436" v="4241" actId="47"/>
        <pc:sldMkLst>
          <pc:docMk/>
          <pc:sldMk cId="2812501063" sldId="670"/>
        </pc:sldMkLst>
      </pc:sldChg>
      <pc:sldChg chg="addSp delSp modSp mod">
        <pc:chgData name="diagramador@aprovasim.com" userId="08c27f4fd777aeb1" providerId="LiveId" clId="{6DA82D89-F719-4B18-ABAA-0D43E56AF532}" dt="2026-02-11T20:43:39.175" v="4366" actId="732"/>
        <pc:sldMkLst>
          <pc:docMk/>
          <pc:sldMk cId="2426611101" sldId="674"/>
        </pc:sldMkLst>
        <pc:spChg chg="add mod">
          <ac:chgData name="diagramador@aprovasim.com" userId="08c27f4fd777aeb1" providerId="LiveId" clId="{6DA82D89-F719-4B18-ABAA-0D43E56AF532}" dt="2026-02-11T19:56:40.864" v="4235" actId="1076"/>
          <ac:spMkLst>
            <pc:docMk/>
            <pc:sldMk cId="2426611101" sldId="674"/>
            <ac:spMk id="3" creationId="{B8C5C61C-4022-47D3-225D-AD3A7513F150}"/>
          </ac:spMkLst>
        </pc:spChg>
        <pc:spChg chg="mod">
          <ac:chgData name="diagramador@aprovasim.com" userId="08c27f4fd777aeb1" providerId="LiveId" clId="{6DA82D89-F719-4B18-ABAA-0D43E56AF532}" dt="2026-02-11T19:56:50.078" v="4236" actId="255"/>
          <ac:spMkLst>
            <pc:docMk/>
            <pc:sldMk cId="2426611101" sldId="674"/>
            <ac:spMk id="5" creationId="{41EBFCFA-F14A-61A9-648D-9BF93DF42CE8}"/>
          </ac:spMkLst>
        </pc:spChg>
        <pc:spChg chg="mod">
          <ac:chgData name="diagramador@aprovasim.com" userId="08c27f4fd777aeb1" providerId="LiveId" clId="{6DA82D89-F719-4B18-ABAA-0D43E56AF532}" dt="2026-02-11T19:56:18.705" v="4214" actId="1076"/>
          <ac:spMkLst>
            <pc:docMk/>
            <pc:sldMk cId="2426611101" sldId="674"/>
            <ac:spMk id="6" creationId="{9CF6F7C5-8944-386B-09E3-78C1861E4780}"/>
          </ac:spMkLst>
        </pc:spChg>
        <pc:picChg chg="add del mod">
          <ac:chgData name="diagramador@aprovasim.com" userId="08c27f4fd777aeb1" providerId="LiveId" clId="{6DA82D89-F719-4B18-ABAA-0D43E56AF532}" dt="2026-02-11T20:43:18.829" v="4360" actId="478"/>
          <ac:picMkLst>
            <pc:docMk/>
            <pc:sldMk cId="2426611101" sldId="674"/>
            <ac:picMk id="15362" creationId="{1D1CC6A4-4371-1CD1-9B85-B43055D2254E}"/>
          </ac:picMkLst>
        </pc:picChg>
        <pc:picChg chg="add mod">
          <ac:chgData name="diagramador@aprovasim.com" userId="08c27f4fd777aeb1" providerId="LiveId" clId="{6DA82D89-F719-4B18-ABAA-0D43E56AF532}" dt="2026-02-11T20:43:39.175" v="4366" actId="732"/>
          <ac:picMkLst>
            <pc:docMk/>
            <pc:sldMk cId="2426611101" sldId="674"/>
            <ac:picMk id="15364" creationId="{F4A91CB3-3EEF-1549-5571-DAF110E6777C}"/>
          </ac:picMkLst>
        </pc:picChg>
        <pc:picChg chg="add del mod">
          <ac:chgData name="diagramador@aprovasim.com" userId="08c27f4fd777aeb1" providerId="LiveId" clId="{6DA82D89-F719-4B18-ABAA-0D43E56AF532}" dt="2026-02-11T19:44:55.707" v="4137" actId="478"/>
          <ac:picMkLst>
            <pc:docMk/>
            <pc:sldMk cId="2426611101" sldId="674"/>
            <ac:picMk id="17410" creationId="{392F032A-EEC1-B934-1D6C-65B3A787C310}"/>
          </ac:picMkLst>
        </pc:picChg>
      </pc:sldChg>
      <pc:sldChg chg="addSp delSp modSp mod">
        <pc:chgData name="diagramador@aprovasim.com" userId="08c27f4fd777aeb1" providerId="LiveId" clId="{6DA82D89-F719-4B18-ABAA-0D43E56AF532}" dt="2026-02-11T20:34:40.157" v="4339" actId="732"/>
        <pc:sldMkLst>
          <pc:docMk/>
          <pc:sldMk cId="1053317214" sldId="675"/>
        </pc:sldMkLst>
        <pc:spChg chg="mod">
          <ac:chgData name="diagramador@aprovasim.com" userId="08c27f4fd777aeb1" providerId="LiveId" clId="{6DA82D89-F719-4B18-ABAA-0D43E56AF532}" dt="2026-02-11T19:43:31.603" v="4120" actId="14100"/>
          <ac:spMkLst>
            <pc:docMk/>
            <pc:sldMk cId="1053317214" sldId="675"/>
            <ac:spMk id="5" creationId="{61642FED-6245-43AB-F1F6-2728225F7099}"/>
          </ac:spMkLst>
        </pc:spChg>
        <pc:spChg chg="mod">
          <ac:chgData name="diagramador@aprovasim.com" userId="08c27f4fd777aeb1" providerId="LiveId" clId="{6DA82D89-F719-4B18-ABAA-0D43E56AF532}" dt="2026-02-11T19:43:41.480" v="4122" actId="14100"/>
          <ac:spMkLst>
            <pc:docMk/>
            <pc:sldMk cId="1053317214" sldId="675"/>
            <ac:spMk id="6" creationId="{884B076F-1743-3441-69D9-C86BB941E628}"/>
          </ac:spMkLst>
        </pc:spChg>
        <pc:picChg chg="add mod">
          <ac:chgData name="diagramador@aprovasim.com" userId="08c27f4fd777aeb1" providerId="LiveId" clId="{6DA82D89-F719-4B18-ABAA-0D43E56AF532}" dt="2026-02-11T20:34:40.157" v="4339" actId="732"/>
          <ac:picMkLst>
            <pc:docMk/>
            <pc:sldMk cId="1053317214" sldId="675"/>
            <ac:picMk id="13314" creationId="{01C3DF56-9E86-0C14-CBAC-3711CEF27EAF}"/>
          </ac:picMkLst>
        </pc:picChg>
        <pc:picChg chg="add del mod">
          <ac:chgData name="diagramador@aprovasim.com" userId="08c27f4fd777aeb1" providerId="LiveId" clId="{6DA82D89-F719-4B18-ABAA-0D43E56AF532}" dt="2026-02-11T19:43:29.646" v="4119" actId="478"/>
          <ac:picMkLst>
            <pc:docMk/>
            <pc:sldMk cId="1053317214" sldId="675"/>
            <ac:picMk id="15362" creationId="{2F7AE15D-B144-F442-4A81-AEEAF29CC55A}"/>
          </ac:picMkLst>
        </pc:picChg>
      </pc:sldChg>
      <pc:sldChg chg="addSp delSp modSp del mod">
        <pc:chgData name="diagramador@aprovasim.com" userId="08c27f4fd777aeb1" providerId="LiveId" clId="{6DA82D89-F719-4B18-ABAA-0D43E56AF532}" dt="2026-02-11T19:58:15.436" v="4241" actId="47"/>
        <pc:sldMkLst>
          <pc:docMk/>
          <pc:sldMk cId="3836769148" sldId="678"/>
        </pc:sldMkLst>
      </pc:sldChg>
      <pc:sldChg chg="addSp modSp add del mod">
        <pc:chgData name="diagramador@aprovasim.com" userId="08c27f4fd777aeb1" providerId="LiveId" clId="{6DA82D89-F719-4B18-ABAA-0D43E56AF532}" dt="2026-02-11T19:32:55.384" v="4003" actId="47"/>
        <pc:sldMkLst>
          <pc:docMk/>
          <pc:sldMk cId="1071212529" sldId="679"/>
        </pc:sldMkLst>
      </pc:sldChg>
      <pc:sldChg chg="addSp delSp modSp add mod">
        <pc:chgData name="diagramador@aprovasim.com" userId="08c27f4fd777aeb1" providerId="LiveId" clId="{6DA82D89-F719-4B18-ABAA-0D43E56AF532}" dt="2026-02-11T20:04:20.993" v="4275" actId="732"/>
        <pc:sldMkLst>
          <pc:docMk/>
          <pc:sldMk cId="3264608165" sldId="680"/>
        </pc:sldMkLst>
        <pc:spChg chg="mod">
          <ac:chgData name="diagramador@aprovasim.com" userId="08c27f4fd777aeb1" providerId="LiveId" clId="{6DA82D89-F719-4B18-ABAA-0D43E56AF532}" dt="2026-02-11T19:33:48.509" v="4017" actId="14100"/>
          <ac:spMkLst>
            <pc:docMk/>
            <pc:sldMk cId="3264608165" sldId="680"/>
            <ac:spMk id="5" creationId="{28939D0E-628B-1828-5C28-341254AA76AF}"/>
          </ac:spMkLst>
        </pc:spChg>
        <pc:spChg chg="mod">
          <ac:chgData name="diagramador@aprovasim.com" userId="08c27f4fd777aeb1" providerId="LiveId" clId="{6DA82D89-F719-4B18-ABAA-0D43E56AF532}" dt="2026-02-11T19:34:05.209" v="4019" actId="114"/>
          <ac:spMkLst>
            <pc:docMk/>
            <pc:sldMk cId="3264608165" sldId="680"/>
            <ac:spMk id="6" creationId="{333FBD04-A9FF-7FDB-9148-5FC39FB6E0BC}"/>
          </ac:spMkLst>
        </pc:spChg>
        <pc:picChg chg="add del mod">
          <ac:chgData name="diagramador@aprovasim.com" userId="08c27f4fd777aeb1" providerId="LiveId" clId="{6DA82D89-F719-4B18-ABAA-0D43E56AF532}" dt="2026-02-11T19:34:14.918" v="4020" actId="478"/>
          <ac:picMkLst>
            <pc:docMk/>
            <pc:sldMk cId="3264608165" sldId="680"/>
            <ac:picMk id="3" creationId="{0E515C9A-256D-D2A6-DFC2-748B523FC37A}"/>
          </ac:picMkLst>
        </pc:picChg>
        <pc:picChg chg="add mod">
          <ac:chgData name="diagramador@aprovasim.com" userId="08c27f4fd777aeb1" providerId="LiveId" clId="{6DA82D89-F719-4B18-ABAA-0D43E56AF532}" dt="2026-02-11T20:04:20.993" v="4275" actId="732"/>
          <ac:picMkLst>
            <pc:docMk/>
            <pc:sldMk cId="3264608165" sldId="680"/>
            <ac:picMk id="3074" creationId="{1EE32A8F-1A32-B238-DE50-0B57927B77BF}"/>
          </ac:picMkLst>
        </pc:picChg>
      </pc:sldChg>
      <pc:sldChg chg="addSp modSp add del mod">
        <pc:chgData name="diagramador@aprovasim.com" userId="08c27f4fd777aeb1" providerId="LiveId" clId="{6DA82D89-F719-4B18-ABAA-0D43E56AF532}" dt="2026-02-11T19:34:48.096" v="4027" actId="47"/>
        <pc:sldMkLst>
          <pc:docMk/>
          <pc:sldMk cId="3835665578" sldId="681"/>
        </pc:sldMkLst>
      </pc:sldChg>
      <pc:sldChg chg="addSp delSp modSp add mod">
        <pc:chgData name="diagramador@aprovasim.com" userId="08c27f4fd777aeb1" providerId="LiveId" clId="{6DA82D89-F719-4B18-ABAA-0D43E56AF532}" dt="2026-02-11T20:07:37.628" v="4292" actId="732"/>
        <pc:sldMkLst>
          <pc:docMk/>
          <pc:sldMk cId="3732443723" sldId="682"/>
        </pc:sldMkLst>
        <pc:spChg chg="mod">
          <ac:chgData name="diagramador@aprovasim.com" userId="08c27f4fd777aeb1" providerId="LiveId" clId="{6DA82D89-F719-4B18-ABAA-0D43E56AF532}" dt="2026-02-11T19:35:38.480" v="4037" actId="14100"/>
          <ac:spMkLst>
            <pc:docMk/>
            <pc:sldMk cId="3732443723" sldId="682"/>
            <ac:spMk id="5" creationId="{BCD811D3-4170-3624-77F9-399D15CB2919}"/>
          </ac:spMkLst>
        </pc:spChg>
        <pc:spChg chg="mod">
          <ac:chgData name="diagramador@aprovasim.com" userId="08c27f4fd777aeb1" providerId="LiveId" clId="{6DA82D89-F719-4B18-ABAA-0D43E56AF532}" dt="2026-02-11T19:36:22.208" v="4044" actId="14100"/>
          <ac:spMkLst>
            <pc:docMk/>
            <pc:sldMk cId="3732443723" sldId="682"/>
            <ac:spMk id="6" creationId="{1F20852B-EB26-09DA-BBAA-22B49709516A}"/>
          </ac:spMkLst>
        </pc:spChg>
        <pc:picChg chg="add del mod">
          <ac:chgData name="diagramador@aprovasim.com" userId="08c27f4fd777aeb1" providerId="LiveId" clId="{6DA82D89-F719-4B18-ABAA-0D43E56AF532}" dt="2026-02-11T19:35:57.759" v="4041" actId="478"/>
          <ac:picMkLst>
            <pc:docMk/>
            <pc:sldMk cId="3732443723" sldId="682"/>
            <ac:picMk id="3" creationId="{F4F7C71A-43BB-7BD1-B425-4BBB5B8E2382}"/>
          </ac:picMkLst>
        </pc:picChg>
        <pc:picChg chg="add mod">
          <ac:chgData name="diagramador@aprovasim.com" userId="08c27f4fd777aeb1" providerId="LiveId" clId="{6DA82D89-F719-4B18-ABAA-0D43E56AF532}" dt="2026-02-11T20:07:37.628" v="4292" actId="732"/>
          <ac:picMkLst>
            <pc:docMk/>
            <pc:sldMk cId="3732443723" sldId="682"/>
            <ac:picMk id="6146" creationId="{F61932A3-3BB0-73A5-529B-F39553951CF8}"/>
          </ac:picMkLst>
        </pc:picChg>
      </pc:sldChg>
      <pc:sldChg chg="addSp delSp modSp add mod">
        <pc:chgData name="diagramador@aprovasim.com" userId="08c27f4fd777aeb1" providerId="LiveId" clId="{6DA82D89-F719-4B18-ABAA-0D43E56AF532}" dt="2026-02-12T11:50:20.287" v="4441" actId="732"/>
        <pc:sldMkLst>
          <pc:docMk/>
          <pc:sldMk cId="3042870659" sldId="683"/>
        </pc:sldMkLst>
        <pc:spChg chg="add del">
          <ac:chgData name="diagramador@aprovasim.com" userId="08c27f4fd777aeb1" providerId="LiveId" clId="{6DA82D89-F719-4B18-ABAA-0D43E56AF532}" dt="2026-02-12T11:49:19.588" v="4428" actId="478"/>
          <ac:spMkLst>
            <pc:docMk/>
            <pc:sldMk cId="3042870659" sldId="683"/>
            <ac:spMk id="3" creationId="{A6C1220F-A6ED-6FF2-C688-76A6C4C730DA}"/>
          </ac:spMkLst>
        </pc:spChg>
        <pc:spChg chg="mod">
          <ac:chgData name="diagramador@aprovasim.com" userId="08c27f4fd777aeb1" providerId="LiveId" clId="{6DA82D89-F719-4B18-ABAA-0D43E56AF532}" dt="2026-02-11T19:38:34.781" v="4062" actId="14100"/>
          <ac:spMkLst>
            <pc:docMk/>
            <pc:sldMk cId="3042870659" sldId="683"/>
            <ac:spMk id="5" creationId="{91119945-7F47-BA68-672C-F6E13EB9F307}"/>
          </ac:spMkLst>
        </pc:spChg>
        <pc:spChg chg="mod">
          <ac:chgData name="diagramador@aprovasim.com" userId="08c27f4fd777aeb1" providerId="LiveId" clId="{6DA82D89-F719-4B18-ABAA-0D43E56AF532}" dt="2026-02-11T19:38:46.514" v="4065" actId="14100"/>
          <ac:spMkLst>
            <pc:docMk/>
            <pc:sldMk cId="3042870659" sldId="683"/>
            <ac:spMk id="6" creationId="{58EBFA9C-35AC-A952-59DA-25C85E25B247}"/>
          </ac:spMkLst>
        </pc:spChg>
        <pc:graphicFrameChg chg="add del mod">
          <ac:chgData name="diagramador@aprovasim.com" userId="08c27f4fd777aeb1" providerId="LiveId" clId="{6DA82D89-F719-4B18-ABAA-0D43E56AF532}" dt="2026-02-12T11:49:29.122" v="4431"/>
          <ac:graphicFrameMkLst>
            <pc:docMk/>
            <pc:sldMk cId="3042870659" sldId="683"/>
            <ac:graphicFrameMk id="4" creationId="{4DF4E34B-CCE1-2AC7-BC9F-E9B573E113D3}"/>
          </ac:graphicFrameMkLst>
        </pc:graphicFrameChg>
        <pc:picChg chg="add del mod">
          <ac:chgData name="diagramador@aprovasim.com" userId="08c27f4fd777aeb1" providerId="LiveId" clId="{6DA82D89-F719-4B18-ABAA-0D43E56AF532}" dt="2026-02-11T19:38:47.936" v="4066" actId="478"/>
          <ac:picMkLst>
            <pc:docMk/>
            <pc:sldMk cId="3042870659" sldId="683"/>
            <ac:picMk id="3" creationId="{5CC0171A-DE51-5C11-8041-21AA07B13A71}"/>
          </ac:picMkLst>
        </pc:picChg>
        <pc:picChg chg="add mod ord modCrop">
          <ac:chgData name="diagramador@aprovasim.com" userId="08c27f4fd777aeb1" providerId="LiveId" clId="{6DA82D89-F719-4B18-ABAA-0D43E56AF532}" dt="2026-02-12T11:50:20.287" v="4441" actId="732"/>
          <ac:picMkLst>
            <pc:docMk/>
            <pc:sldMk cId="3042870659" sldId="683"/>
            <ac:picMk id="7" creationId="{4CAEE751-91D2-C088-0B72-93C06270D7EC}"/>
          </ac:picMkLst>
        </pc:picChg>
      </pc:sldChg>
      <pc:sldChg chg="addSp delSp modSp add mod">
        <pc:chgData name="diagramador@aprovasim.com" userId="08c27f4fd777aeb1" providerId="LiveId" clId="{6DA82D89-F719-4B18-ABAA-0D43E56AF532}" dt="2026-02-11T20:21:01.253" v="4302" actId="732"/>
        <pc:sldMkLst>
          <pc:docMk/>
          <pc:sldMk cId="3513172090" sldId="684"/>
        </pc:sldMkLst>
        <pc:spChg chg="mod">
          <ac:chgData name="diagramador@aprovasim.com" userId="08c27f4fd777aeb1" providerId="LiveId" clId="{6DA82D89-F719-4B18-ABAA-0D43E56AF532}" dt="2026-02-11T19:40:28.939" v="4085" actId="14100"/>
          <ac:spMkLst>
            <pc:docMk/>
            <pc:sldMk cId="3513172090" sldId="684"/>
            <ac:spMk id="5" creationId="{2C4E2F35-E6B2-2165-F3F0-34EE17C57BAE}"/>
          </ac:spMkLst>
        </pc:spChg>
        <pc:spChg chg="mod">
          <ac:chgData name="diagramador@aprovasim.com" userId="08c27f4fd777aeb1" providerId="LiveId" clId="{6DA82D89-F719-4B18-ABAA-0D43E56AF532}" dt="2026-02-11T19:40:16.953" v="4083"/>
          <ac:spMkLst>
            <pc:docMk/>
            <pc:sldMk cId="3513172090" sldId="684"/>
            <ac:spMk id="6" creationId="{2140A440-EF0D-175A-13B5-02457A630A5F}"/>
          </ac:spMkLst>
        </pc:spChg>
        <pc:picChg chg="add del mod">
          <ac:chgData name="diagramador@aprovasim.com" userId="08c27f4fd777aeb1" providerId="LiveId" clId="{6DA82D89-F719-4B18-ABAA-0D43E56AF532}" dt="2026-02-11T19:40:19.077" v="4084" actId="478"/>
          <ac:picMkLst>
            <pc:docMk/>
            <pc:sldMk cId="3513172090" sldId="684"/>
            <ac:picMk id="3" creationId="{55C347F8-765F-7858-32F1-78CF0A060F87}"/>
          </ac:picMkLst>
        </pc:picChg>
        <pc:picChg chg="add mod">
          <ac:chgData name="diagramador@aprovasim.com" userId="08c27f4fd777aeb1" providerId="LiveId" clId="{6DA82D89-F719-4B18-ABAA-0D43E56AF532}" dt="2026-02-11T20:21:01.253" v="4302" actId="732"/>
          <ac:picMkLst>
            <pc:docMk/>
            <pc:sldMk cId="3513172090" sldId="684"/>
            <ac:picMk id="8194" creationId="{AC56FEBF-CC61-0C70-8B31-CADB8BC3D229}"/>
          </ac:picMkLst>
        </pc:picChg>
      </pc:sldChg>
      <pc:sldChg chg="addSp delSp modSp add mod">
        <pc:chgData name="diagramador@aprovasim.com" userId="08c27f4fd777aeb1" providerId="LiveId" clId="{6DA82D89-F719-4B18-ABAA-0D43E56AF532}" dt="2026-02-11T20:26:04.471" v="4321" actId="732"/>
        <pc:sldMkLst>
          <pc:docMk/>
          <pc:sldMk cId="1472739186" sldId="685"/>
        </pc:sldMkLst>
        <pc:spChg chg="mod">
          <ac:chgData name="diagramador@aprovasim.com" userId="08c27f4fd777aeb1" providerId="LiveId" clId="{6DA82D89-F719-4B18-ABAA-0D43E56AF532}" dt="2026-02-11T19:41:23.686" v="4096" actId="255"/>
          <ac:spMkLst>
            <pc:docMk/>
            <pc:sldMk cId="1472739186" sldId="685"/>
            <ac:spMk id="5" creationId="{E8F08714-F6C2-34F2-BC49-9EFCFCBAA70C}"/>
          </ac:spMkLst>
        </pc:spChg>
        <pc:spChg chg="mod">
          <ac:chgData name="diagramador@aprovasim.com" userId="08c27f4fd777aeb1" providerId="LiveId" clId="{6DA82D89-F719-4B18-ABAA-0D43E56AF532}" dt="2026-02-11T19:41:48.557" v="4101" actId="14100"/>
          <ac:spMkLst>
            <pc:docMk/>
            <pc:sldMk cId="1472739186" sldId="685"/>
            <ac:spMk id="6" creationId="{29372B27-FD65-643C-4BA4-15FBAE0865DE}"/>
          </ac:spMkLst>
        </pc:spChg>
        <pc:picChg chg="add del mod">
          <ac:chgData name="diagramador@aprovasim.com" userId="08c27f4fd777aeb1" providerId="LiveId" clId="{6DA82D89-F719-4B18-ABAA-0D43E56AF532}" dt="2026-02-11T19:41:59.736" v="4102" actId="478"/>
          <ac:picMkLst>
            <pc:docMk/>
            <pc:sldMk cId="1472739186" sldId="685"/>
            <ac:picMk id="3" creationId="{729D14DA-B739-3BD1-C100-4AB34A2BAA03}"/>
          </ac:picMkLst>
        </pc:picChg>
        <pc:picChg chg="add del mod">
          <ac:chgData name="diagramador@aprovasim.com" userId="08c27f4fd777aeb1" providerId="LiveId" clId="{6DA82D89-F719-4B18-ABAA-0D43E56AF532}" dt="2026-02-11T20:25:37.346" v="4317" actId="478"/>
          <ac:picMkLst>
            <pc:docMk/>
            <pc:sldMk cId="1472739186" sldId="685"/>
            <ac:picMk id="10242" creationId="{0107540C-5F3D-03E4-1C5D-1F6B926D949F}"/>
          </ac:picMkLst>
        </pc:picChg>
        <pc:picChg chg="add mod">
          <ac:chgData name="diagramador@aprovasim.com" userId="08c27f4fd777aeb1" providerId="LiveId" clId="{6DA82D89-F719-4B18-ABAA-0D43E56AF532}" dt="2026-02-11T20:26:04.471" v="4321" actId="732"/>
          <ac:picMkLst>
            <pc:docMk/>
            <pc:sldMk cId="1472739186" sldId="685"/>
            <ac:picMk id="10244" creationId="{D04DAA4C-F47E-4C91-9CD3-C71343EF2BAE}"/>
          </ac:picMkLst>
        </pc:picChg>
      </pc:sldChg>
      <pc:sldChg chg="addSp delSp modSp add mod">
        <pc:chgData name="diagramador@aprovasim.com" userId="08c27f4fd777aeb1" providerId="LiveId" clId="{6DA82D89-F719-4B18-ABAA-0D43E56AF532}" dt="2026-02-11T20:33:11.350" v="4335" actId="732"/>
        <pc:sldMkLst>
          <pc:docMk/>
          <pc:sldMk cId="2400252335" sldId="686"/>
        </pc:sldMkLst>
        <pc:spChg chg="add mod">
          <ac:chgData name="diagramador@aprovasim.com" userId="08c27f4fd777aeb1" providerId="LiveId" clId="{6DA82D89-F719-4B18-ABAA-0D43E56AF532}" dt="2026-02-11T19:55:00.270" v="4204" actId="20577"/>
          <ac:spMkLst>
            <pc:docMk/>
            <pc:sldMk cId="2400252335" sldId="686"/>
            <ac:spMk id="4" creationId="{33645607-7CA5-A40E-FA31-B66221B33710}"/>
          </ac:spMkLst>
        </pc:spChg>
        <pc:spChg chg="mod">
          <ac:chgData name="diagramador@aprovasim.com" userId="08c27f4fd777aeb1" providerId="LiveId" clId="{6DA82D89-F719-4B18-ABAA-0D43E56AF532}" dt="2026-02-11T19:55:04.479" v="4205" actId="1076"/>
          <ac:spMkLst>
            <pc:docMk/>
            <pc:sldMk cId="2400252335" sldId="686"/>
            <ac:spMk id="5" creationId="{FF6D88B3-C175-1738-94B1-309DD6B35704}"/>
          </ac:spMkLst>
        </pc:spChg>
        <pc:spChg chg="mod">
          <ac:chgData name="diagramador@aprovasim.com" userId="08c27f4fd777aeb1" providerId="LiveId" clId="{6DA82D89-F719-4B18-ABAA-0D43E56AF532}" dt="2026-02-11T19:54:52.430" v="4194" actId="1076"/>
          <ac:spMkLst>
            <pc:docMk/>
            <pc:sldMk cId="2400252335" sldId="686"/>
            <ac:spMk id="6" creationId="{C913825A-E8F7-CE60-40A1-B10A930BE439}"/>
          </ac:spMkLst>
        </pc:spChg>
        <pc:picChg chg="add del mod">
          <ac:chgData name="diagramador@aprovasim.com" userId="08c27f4fd777aeb1" providerId="LiveId" clId="{6DA82D89-F719-4B18-ABAA-0D43E56AF532}" dt="2026-02-11T19:42:59.873" v="4115" actId="478"/>
          <ac:picMkLst>
            <pc:docMk/>
            <pc:sldMk cId="2400252335" sldId="686"/>
            <ac:picMk id="3" creationId="{09DF8294-84DA-663E-5624-A9D32BF934C2}"/>
          </ac:picMkLst>
        </pc:picChg>
        <pc:picChg chg="add del mod">
          <ac:chgData name="diagramador@aprovasim.com" userId="08c27f4fd777aeb1" providerId="LiveId" clId="{6DA82D89-F719-4B18-ABAA-0D43E56AF532}" dt="2026-02-11T20:31:13.601" v="4329" actId="478"/>
          <ac:picMkLst>
            <pc:docMk/>
            <pc:sldMk cId="2400252335" sldId="686"/>
            <ac:picMk id="12290" creationId="{BE8859E1-FC04-7325-76AF-8420B90AA504}"/>
          </ac:picMkLst>
        </pc:picChg>
        <pc:picChg chg="add mod">
          <ac:chgData name="diagramador@aprovasim.com" userId="08c27f4fd777aeb1" providerId="LiveId" clId="{6DA82D89-F719-4B18-ABAA-0D43E56AF532}" dt="2026-02-11T20:33:11.350" v="4335" actId="732"/>
          <ac:picMkLst>
            <pc:docMk/>
            <pc:sldMk cId="2400252335" sldId="686"/>
            <ac:picMk id="12292" creationId="{18978955-76B3-3587-C74E-F9E43905867A}"/>
          </ac:picMkLst>
        </pc:picChg>
      </pc:sldChg>
      <pc:sldChg chg="addSp delSp modSp add mod">
        <pc:chgData name="diagramador@aprovasim.com" userId="08c27f4fd777aeb1" providerId="LiveId" clId="{6DA82D89-F719-4B18-ABAA-0D43E56AF532}" dt="2026-02-11T20:40:49.211" v="4354" actId="478"/>
        <pc:sldMkLst>
          <pc:docMk/>
          <pc:sldMk cId="752070531" sldId="687"/>
        </pc:sldMkLst>
        <pc:spChg chg="add mod">
          <ac:chgData name="diagramador@aprovasim.com" userId="08c27f4fd777aeb1" providerId="LiveId" clId="{6DA82D89-F719-4B18-ABAA-0D43E56AF532}" dt="2026-02-11T19:55:55.667" v="4212" actId="20577"/>
          <ac:spMkLst>
            <pc:docMk/>
            <pc:sldMk cId="752070531" sldId="687"/>
            <ac:spMk id="4" creationId="{F983D73B-EA8F-03EA-E015-F88B9770ED88}"/>
          </ac:spMkLst>
        </pc:spChg>
        <pc:spChg chg="mod">
          <ac:chgData name="diagramador@aprovasim.com" userId="08c27f4fd777aeb1" providerId="LiveId" clId="{6DA82D89-F719-4B18-ABAA-0D43E56AF532}" dt="2026-02-11T19:56:01.590" v="4213" actId="1076"/>
          <ac:spMkLst>
            <pc:docMk/>
            <pc:sldMk cId="752070531" sldId="687"/>
            <ac:spMk id="5" creationId="{52FA2653-CFBF-BDAE-1B07-8899A63290D7}"/>
          </ac:spMkLst>
        </pc:spChg>
        <pc:spChg chg="mod">
          <ac:chgData name="diagramador@aprovasim.com" userId="08c27f4fd777aeb1" providerId="LiveId" clId="{6DA82D89-F719-4B18-ABAA-0D43E56AF532}" dt="2026-02-11T19:55:48.527" v="4206" actId="1076"/>
          <ac:spMkLst>
            <pc:docMk/>
            <pc:sldMk cId="752070531" sldId="687"/>
            <ac:spMk id="6" creationId="{C9A27D02-D393-18BA-029F-770D2BD08AFF}"/>
          </ac:spMkLst>
        </pc:spChg>
        <pc:picChg chg="add del mod">
          <ac:chgData name="diagramador@aprovasim.com" userId="08c27f4fd777aeb1" providerId="LiveId" clId="{6DA82D89-F719-4B18-ABAA-0D43E56AF532}" dt="2026-02-11T19:44:11.595" v="4128" actId="478"/>
          <ac:picMkLst>
            <pc:docMk/>
            <pc:sldMk cId="752070531" sldId="687"/>
            <ac:picMk id="3" creationId="{A0CAD27E-DFE3-28CD-3696-A34462A6A4AD}"/>
          </ac:picMkLst>
        </pc:picChg>
        <pc:picChg chg="add del mod">
          <ac:chgData name="diagramador@aprovasim.com" userId="08c27f4fd777aeb1" providerId="LiveId" clId="{6DA82D89-F719-4B18-ABAA-0D43E56AF532}" dt="2026-02-11T20:40:49.211" v="4354" actId="478"/>
          <ac:picMkLst>
            <pc:docMk/>
            <pc:sldMk cId="752070531" sldId="687"/>
            <ac:picMk id="14338" creationId="{979FB6F1-40D5-BF6B-B5FE-89542E53C549}"/>
          </ac:picMkLst>
        </pc:picChg>
        <pc:picChg chg="add del mod">
          <ac:chgData name="diagramador@aprovasim.com" userId="08c27f4fd777aeb1" providerId="LiveId" clId="{6DA82D89-F719-4B18-ABAA-0D43E56AF532}" dt="2026-02-11T20:40:48.321" v="4353" actId="1076"/>
          <ac:picMkLst>
            <pc:docMk/>
            <pc:sldMk cId="752070531" sldId="687"/>
            <ac:picMk id="14340" creationId="{0939D833-212A-41B9-3824-2473C6DD63C4}"/>
          </ac:picMkLst>
        </pc:picChg>
        <pc:picChg chg="add">
          <ac:chgData name="diagramador@aprovasim.com" userId="08c27f4fd777aeb1" providerId="LiveId" clId="{6DA82D89-F719-4B18-ABAA-0D43E56AF532}" dt="2026-02-11T20:40:45.784" v="4350"/>
          <ac:picMkLst>
            <pc:docMk/>
            <pc:sldMk cId="752070531" sldId="687"/>
            <ac:picMk id="14342" creationId="{F740F81E-1C1B-AB50-09B4-1EF17440FBC3}"/>
          </ac:picMkLst>
        </pc:picChg>
      </pc:sldChg>
      <pc:sldChg chg="addSp delSp modSp add mod">
        <pc:chgData name="diagramador@aprovasim.com" userId="08c27f4fd777aeb1" providerId="LiveId" clId="{6DA82D89-F719-4B18-ABAA-0D43E56AF532}" dt="2026-02-11T20:47:03.456" v="4380" actId="1076"/>
        <pc:sldMkLst>
          <pc:docMk/>
          <pc:sldMk cId="696374618" sldId="688"/>
        </pc:sldMkLst>
        <pc:spChg chg="mod">
          <ac:chgData name="diagramador@aprovasim.com" userId="08c27f4fd777aeb1" providerId="LiveId" clId="{6DA82D89-F719-4B18-ABAA-0D43E56AF532}" dt="2026-02-11T19:45:03.949" v="4140" actId="255"/>
          <ac:spMkLst>
            <pc:docMk/>
            <pc:sldMk cId="696374618" sldId="688"/>
            <ac:spMk id="5" creationId="{3F7C848A-3C3B-8636-E45A-E65E9235C81D}"/>
          </ac:spMkLst>
        </pc:spChg>
        <pc:spChg chg="mod">
          <ac:chgData name="diagramador@aprovasim.com" userId="08c27f4fd777aeb1" providerId="LiveId" clId="{6DA82D89-F719-4B18-ABAA-0D43E56AF532}" dt="2026-02-11T19:45:11.263" v="4141"/>
          <ac:spMkLst>
            <pc:docMk/>
            <pc:sldMk cId="696374618" sldId="688"/>
            <ac:spMk id="6" creationId="{0FEF22CB-BE2D-9D8C-CBA5-966C323A7D79}"/>
          </ac:spMkLst>
        </pc:spChg>
        <pc:picChg chg="add del mod">
          <ac:chgData name="diagramador@aprovasim.com" userId="08c27f4fd777aeb1" providerId="LiveId" clId="{6DA82D89-F719-4B18-ABAA-0D43E56AF532}" dt="2026-02-11T19:45:16.617" v="4142" actId="478"/>
          <ac:picMkLst>
            <pc:docMk/>
            <pc:sldMk cId="696374618" sldId="688"/>
            <ac:picMk id="3" creationId="{6EF71735-5D48-44A8-359F-2DC7E2C1A941}"/>
          </ac:picMkLst>
        </pc:picChg>
        <pc:picChg chg="add mod">
          <ac:chgData name="diagramador@aprovasim.com" userId="08c27f4fd777aeb1" providerId="LiveId" clId="{6DA82D89-F719-4B18-ABAA-0D43E56AF532}" dt="2026-02-11T20:47:03.456" v="4380" actId="1076"/>
          <ac:picMkLst>
            <pc:docMk/>
            <pc:sldMk cId="696374618" sldId="688"/>
            <ac:picMk id="16386" creationId="{FBDD9477-1C77-C868-8CD2-6C6727E4BCB8}"/>
          </ac:picMkLst>
        </pc:picChg>
      </pc:sldChg>
      <pc:sldChg chg="addSp modSp add del mod">
        <pc:chgData name="diagramador@aprovasim.com" userId="08c27f4fd777aeb1" providerId="LiveId" clId="{6DA82D89-F719-4B18-ABAA-0D43E56AF532}" dt="2026-02-11T19:58:15.436" v="4241" actId="47"/>
        <pc:sldMkLst>
          <pc:docMk/>
          <pc:sldMk cId="4084904341" sldId="689"/>
        </pc:sldMkLst>
      </pc:sldChg>
      <pc:sldChg chg="addSp modSp add del mod">
        <pc:chgData name="diagramador@aprovasim.com" userId="08c27f4fd777aeb1" providerId="LiveId" clId="{6DA82D89-F719-4B18-ABAA-0D43E56AF532}" dt="2026-02-11T19:58:15.436" v="4241" actId="47"/>
        <pc:sldMkLst>
          <pc:docMk/>
          <pc:sldMk cId="1078727808" sldId="690"/>
        </pc:sldMkLst>
      </pc:sldChg>
      <pc:sldChg chg="addSp delSp modSp add del mod">
        <pc:chgData name="diagramador@aprovasim.com" userId="08c27f4fd777aeb1" providerId="LiveId" clId="{6DA82D89-F719-4B18-ABAA-0D43E56AF532}" dt="2026-02-11T19:58:15.436" v="4241" actId="47"/>
        <pc:sldMkLst>
          <pc:docMk/>
          <pc:sldMk cId="3095765858" sldId="691"/>
        </pc:sldMkLst>
      </pc:sldChg>
      <pc:sldChg chg="addSp delSp modSp add del mod">
        <pc:chgData name="diagramador@aprovasim.com" userId="08c27f4fd777aeb1" providerId="LiveId" clId="{6DA82D89-F719-4B18-ABAA-0D43E56AF532}" dt="2026-02-11T19:58:15.436" v="4241" actId="47"/>
        <pc:sldMkLst>
          <pc:docMk/>
          <pc:sldMk cId="1014298765" sldId="692"/>
        </pc:sldMkLst>
      </pc:sldChg>
      <pc:sldChg chg="addSp modSp add del mod">
        <pc:chgData name="diagramador@aprovasim.com" userId="08c27f4fd777aeb1" providerId="LiveId" clId="{6DA82D89-F719-4B18-ABAA-0D43E56AF532}" dt="2026-02-11T19:58:15.436" v="4241" actId="47"/>
        <pc:sldMkLst>
          <pc:docMk/>
          <pc:sldMk cId="3547039015" sldId="693"/>
        </pc:sldMkLst>
      </pc:sldChg>
      <pc:sldChg chg="addSp delSp modSp add del mod">
        <pc:chgData name="diagramador@aprovasim.com" userId="08c27f4fd777aeb1" providerId="LiveId" clId="{6DA82D89-F719-4B18-ABAA-0D43E56AF532}" dt="2026-02-11T19:58:15.436" v="4241" actId="47"/>
        <pc:sldMkLst>
          <pc:docMk/>
          <pc:sldMk cId="59237358" sldId="694"/>
        </pc:sldMkLst>
      </pc:sldChg>
      <pc:sldChg chg="addSp delSp modSp add del mod">
        <pc:chgData name="diagramador@aprovasim.com" userId="08c27f4fd777aeb1" providerId="LiveId" clId="{6DA82D89-F719-4B18-ABAA-0D43E56AF532}" dt="2026-02-11T19:58:15.436" v="4241" actId="47"/>
        <pc:sldMkLst>
          <pc:docMk/>
          <pc:sldMk cId="3058694010" sldId="695"/>
        </pc:sldMkLst>
      </pc:sldChg>
      <pc:sldChg chg="addSp modSp add del mod">
        <pc:chgData name="diagramador@aprovasim.com" userId="08c27f4fd777aeb1" providerId="LiveId" clId="{6DA82D89-F719-4B18-ABAA-0D43E56AF532}" dt="2026-02-11T19:58:15.436" v="4241" actId="47"/>
        <pc:sldMkLst>
          <pc:docMk/>
          <pc:sldMk cId="3611018030" sldId="696"/>
        </pc:sldMkLst>
      </pc:sldChg>
      <pc:sldChg chg="addSp modSp add del mod">
        <pc:chgData name="diagramador@aprovasim.com" userId="08c27f4fd777aeb1" providerId="LiveId" clId="{6DA82D89-F719-4B18-ABAA-0D43E56AF532}" dt="2026-02-11T19:58:15.436" v="4241" actId="47"/>
        <pc:sldMkLst>
          <pc:docMk/>
          <pc:sldMk cId="2998023171" sldId="697"/>
        </pc:sldMkLst>
      </pc:sldChg>
      <pc:sldChg chg="addSp modSp add del mod">
        <pc:chgData name="diagramador@aprovasim.com" userId="08c27f4fd777aeb1" providerId="LiveId" clId="{6DA82D89-F719-4B18-ABAA-0D43E56AF532}" dt="2026-02-11T19:58:15.436" v="4241" actId="47"/>
        <pc:sldMkLst>
          <pc:docMk/>
          <pc:sldMk cId="4177879266" sldId="698"/>
        </pc:sldMkLst>
      </pc:sldChg>
      <pc:sldChg chg="addSp modSp add del mod">
        <pc:chgData name="diagramador@aprovasim.com" userId="08c27f4fd777aeb1" providerId="LiveId" clId="{6DA82D89-F719-4B18-ABAA-0D43E56AF532}" dt="2026-02-11T19:58:15.436" v="4241" actId="47"/>
        <pc:sldMkLst>
          <pc:docMk/>
          <pc:sldMk cId="3494387411" sldId="699"/>
        </pc:sldMkLst>
      </pc:sldChg>
      <pc:sldChg chg="addSp delSp modSp add del mod ord">
        <pc:chgData name="diagramador@aprovasim.com" userId="08c27f4fd777aeb1" providerId="LiveId" clId="{6DA82D89-F719-4B18-ABAA-0D43E56AF532}" dt="2026-02-11T19:58:15.436" v="4241" actId="47"/>
        <pc:sldMkLst>
          <pc:docMk/>
          <pc:sldMk cId="853046686" sldId="700"/>
        </pc:sldMkLst>
      </pc:sldChg>
      <pc:sldChg chg="addSp modSp add del mod">
        <pc:chgData name="diagramador@aprovasim.com" userId="08c27f4fd777aeb1" providerId="LiveId" clId="{6DA82D89-F719-4B18-ABAA-0D43E56AF532}" dt="2026-02-11T19:58:15.436" v="4241" actId="47"/>
        <pc:sldMkLst>
          <pc:docMk/>
          <pc:sldMk cId="3383532346" sldId="701"/>
        </pc:sldMkLst>
      </pc:sldChg>
      <pc:sldChg chg="addSp delSp modSp add mod">
        <pc:chgData name="diagramador@aprovasim.com" userId="08c27f4fd777aeb1" providerId="LiveId" clId="{6DA82D89-F719-4B18-ABAA-0D43E56AF532}" dt="2026-02-11T20:49:03.581" v="4393" actId="732"/>
        <pc:sldMkLst>
          <pc:docMk/>
          <pc:sldMk cId="3468674505" sldId="702"/>
        </pc:sldMkLst>
        <pc:spChg chg="add del">
          <ac:chgData name="diagramador@aprovasim.com" userId="08c27f4fd777aeb1" providerId="LiveId" clId="{6DA82D89-F719-4B18-ABAA-0D43E56AF532}" dt="2026-02-11T20:48:27.056" v="4382" actId="478"/>
          <ac:spMkLst>
            <pc:docMk/>
            <pc:sldMk cId="3468674505" sldId="702"/>
            <ac:spMk id="3" creationId="{3D106956-902D-6106-D09A-D64BF9DC5F97}"/>
          </ac:spMkLst>
        </pc:spChg>
        <pc:spChg chg="add del">
          <ac:chgData name="diagramador@aprovasim.com" userId="08c27f4fd777aeb1" providerId="LiveId" clId="{6DA82D89-F719-4B18-ABAA-0D43E56AF532}" dt="2026-02-11T20:48:35.266" v="4384" actId="478"/>
          <ac:spMkLst>
            <pc:docMk/>
            <pc:sldMk cId="3468674505" sldId="702"/>
            <ac:spMk id="4" creationId="{E9D583F8-065F-82EE-1459-DADFA17C9541}"/>
          </ac:spMkLst>
        </pc:spChg>
        <pc:spChg chg="mod">
          <ac:chgData name="diagramador@aprovasim.com" userId="08c27f4fd777aeb1" providerId="LiveId" clId="{6DA82D89-F719-4B18-ABAA-0D43E56AF532}" dt="2026-02-11T19:49:36.710" v="4145"/>
          <ac:spMkLst>
            <pc:docMk/>
            <pc:sldMk cId="3468674505" sldId="702"/>
            <ac:spMk id="5" creationId="{8C626DE7-F837-EB7C-89C3-2485CB23EAD6}"/>
          </ac:spMkLst>
        </pc:spChg>
        <pc:spChg chg="mod">
          <ac:chgData name="diagramador@aprovasim.com" userId="08c27f4fd777aeb1" providerId="LiveId" clId="{6DA82D89-F719-4B18-ABAA-0D43E56AF532}" dt="2026-02-11T19:49:48.944" v="4148" actId="20577"/>
          <ac:spMkLst>
            <pc:docMk/>
            <pc:sldMk cId="3468674505" sldId="702"/>
            <ac:spMk id="6" creationId="{4AAD234B-070F-7E17-EBB5-6CB8FF746B41}"/>
          </ac:spMkLst>
        </pc:spChg>
        <pc:graphicFrameChg chg="add del mod">
          <ac:chgData name="diagramador@aprovasim.com" userId="08c27f4fd777aeb1" providerId="LiveId" clId="{6DA82D89-F719-4B18-ABAA-0D43E56AF532}" dt="2026-02-11T20:48:49.476" v="4387"/>
          <ac:graphicFrameMkLst>
            <pc:docMk/>
            <pc:sldMk cId="3468674505" sldId="702"/>
            <ac:graphicFrameMk id="7" creationId="{9DFB2249-C9B4-4D72-11C5-0528272CCAF3}"/>
          </ac:graphicFrameMkLst>
        </pc:graphicFrameChg>
        <pc:picChg chg="add mod ord modCrop">
          <ac:chgData name="diagramador@aprovasim.com" userId="08c27f4fd777aeb1" providerId="LiveId" clId="{6DA82D89-F719-4B18-ABAA-0D43E56AF532}" dt="2026-02-11T20:49:03.581" v="4393" actId="732"/>
          <ac:picMkLst>
            <pc:docMk/>
            <pc:sldMk cId="3468674505" sldId="702"/>
            <ac:picMk id="8" creationId="{F0E0EA26-89E1-F4DB-D0DB-CC8F586085D7}"/>
          </ac:picMkLst>
        </pc:picChg>
      </pc:sldChg>
      <pc:sldChg chg="addSp delSp modSp add mod">
        <pc:chgData name="diagramador@aprovasim.com" userId="08c27f4fd777aeb1" providerId="LiveId" clId="{6DA82D89-F719-4B18-ABAA-0D43E56AF532}" dt="2026-02-12T16:13:21.671" v="4525" actId="732"/>
        <pc:sldMkLst>
          <pc:docMk/>
          <pc:sldMk cId="996686889" sldId="703"/>
        </pc:sldMkLst>
        <pc:spChg chg="mod">
          <ac:chgData name="diagramador@aprovasim.com" userId="08c27f4fd777aeb1" providerId="LiveId" clId="{6DA82D89-F719-4B18-ABAA-0D43E56AF532}" dt="2026-02-11T19:50:23.560" v="4151"/>
          <ac:spMkLst>
            <pc:docMk/>
            <pc:sldMk cId="996686889" sldId="703"/>
            <ac:spMk id="5" creationId="{E1B525D5-CFCA-8007-C25B-A0B6DAED766F}"/>
          </ac:spMkLst>
        </pc:spChg>
        <pc:spChg chg="mod">
          <ac:chgData name="diagramador@aprovasim.com" userId="08c27f4fd777aeb1" providerId="LiveId" clId="{6DA82D89-F719-4B18-ABAA-0D43E56AF532}" dt="2026-02-11T19:50:39.783" v="4153" actId="14100"/>
          <ac:spMkLst>
            <pc:docMk/>
            <pc:sldMk cId="996686889" sldId="703"/>
            <ac:spMk id="6" creationId="{50B24AC9-0C87-E54B-4B50-E677D1821125}"/>
          </ac:spMkLst>
        </pc:spChg>
        <pc:picChg chg="add del mod">
          <ac:chgData name="diagramador@aprovasim.com" userId="08c27f4fd777aeb1" providerId="LiveId" clId="{6DA82D89-F719-4B18-ABAA-0D43E56AF532}" dt="2026-02-12T16:13:11.304" v="4520" actId="478"/>
          <ac:picMkLst>
            <pc:docMk/>
            <pc:sldMk cId="996686889" sldId="703"/>
            <ac:picMk id="1026" creationId="{57505222-1B32-8074-D36E-B2D35F4A4B2D}"/>
          </ac:picMkLst>
        </pc:picChg>
        <pc:picChg chg="add mod">
          <ac:chgData name="diagramador@aprovasim.com" userId="08c27f4fd777aeb1" providerId="LiveId" clId="{6DA82D89-F719-4B18-ABAA-0D43E56AF532}" dt="2026-02-12T16:13:21.671" v="4525" actId="732"/>
          <ac:picMkLst>
            <pc:docMk/>
            <pc:sldMk cId="996686889" sldId="703"/>
            <ac:picMk id="1028" creationId="{781359BE-1654-A0AD-7439-388E345DEBDC}"/>
          </ac:picMkLst>
        </pc:picChg>
        <pc:picChg chg="add del mod">
          <ac:chgData name="diagramador@aprovasim.com" userId="08c27f4fd777aeb1" providerId="LiveId" clId="{6DA82D89-F719-4B18-ABAA-0D43E56AF532}" dt="2026-02-12T16:08:17.066" v="4514" actId="478"/>
          <ac:picMkLst>
            <pc:docMk/>
            <pc:sldMk cId="996686889" sldId="703"/>
            <ac:picMk id="18434" creationId="{275F3891-BFC5-8CB0-7CC1-28F785FBEAB6}"/>
          </ac:picMkLst>
        </pc:picChg>
      </pc:sldChg>
      <pc:sldChg chg="addSp modSp add mod">
        <pc:chgData name="diagramador@aprovasim.com" userId="08c27f4fd777aeb1" providerId="LiveId" clId="{6DA82D89-F719-4B18-ABAA-0D43E56AF532}" dt="2026-02-12T13:48:30.936" v="4513" actId="1037"/>
        <pc:sldMkLst>
          <pc:docMk/>
          <pc:sldMk cId="1889646820" sldId="704"/>
        </pc:sldMkLst>
        <pc:spChg chg="add mod">
          <ac:chgData name="diagramador@aprovasim.com" userId="08c27f4fd777aeb1" providerId="LiveId" clId="{6DA82D89-F719-4B18-ABAA-0D43E56AF532}" dt="2026-02-12T13:48:30.936" v="4513" actId="1037"/>
          <ac:spMkLst>
            <pc:docMk/>
            <pc:sldMk cId="1889646820" sldId="704"/>
            <ac:spMk id="3" creationId="{F91679A2-5486-A936-A15D-F6D0399323B0}"/>
          </ac:spMkLst>
        </pc:spChg>
        <pc:spChg chg="mod">
          <ac:chgData name="diagramador@aprovasim.com" userId="08c27f4fd777aeb1" providerId="LiveId" clId="{6DA82D89-F719-4B18-ABAA-0D43E56AF532}" dt="2026-02-11T19:58:00.535" v="4240" actId="1076"/>
          <ac:spMkLst>
            <pc:docMk/>
            <pc:sldMk cId="1889646820" sldId="704"/>
            <ac:spMk id="5" creationId="{B9788270-B910-685E-288E-FB1FC23E53D6}"/>
          </ac:spMkLst>
        </pc:spChg>
        <pc:spChg chg="mod">
          <ac:chgData name="diagramador@aprovasim.com" userId="08c27f4fd777aeb1" providerId="LiveId" clId="{6DA82D89-F719-4B18-ABAA-0D43E56AF532}" dt="2026-02-11T19:57:55.280" v="4237" actId="1076"/>
          <ac:spMkLst>
            <pc:docMk/>
            <pc:sldMk cId="1889646820" sldId="704"/>
            <ac:spMk id="6" creationId="{9CC4FA51-2201-CA45-0AAE-1E17A5A0DADC}"/>
          </ac:spMkLst>
        </pc:spChg>
        <pc:picChg chg="add mod">
          <ac:chgData name="diagramador@aprovasim.com" userId="08c27f4fd777aeb1" providerId="LiveId" clId="{6DA82D89-F719-4B18-ABAA-0D43E56AF532}" dt="2026-02-11T20:53:50.890" v="4407" actId="732"/>
          <ac:picMkLst>
            <pc:docMk/>
            <pc:sldMk cId="1889646820" sldId="704"/>
            <ac:picMk id="19458" creationId="{2AA0D5AE-8719-F1DD-F6AB-5C0191EE74A5}"/>
          </ac:picMkLst>
        </pc:picChg>
      </pc:sldChg>
      <pc:sldChg chg="addSp delSp modSp add mod">
        <pc:chgData name="diagramador@aprovasim.com" userId="08c27f4fd777aeb1" providerId="LiveId" clId="{6DA82D89-F719-4B18-ABAA-0D43E56AF532}" dt="2026-02-12T13:48:12.095" v="4488" actId="20577"/>
        <pc:sldMkLst>
          <pc:docMk/>
          <pc:sldMk cId="3376136477" sldId="705"/>
        </pc:sldMkLst>
        <pc:spChg chg="add mod">
          <ac:chgData name="diagramador@aprovasim.com" userId="08c27f4fd777aeb1" providerId="LiveId" clId="{6DA82D89-F719-4B18-ABAA-0D43E56AF532}" dt="2026-02-12T13:48:12.095" v="4488" actId="20577"/>
          <ac:spMkLst>
            <pc:docMk/>
            <pc:sldMk cId="3376136477" sldId="705"/>
            <ac:spMk id="3" creationId="{BE032622-BDCB-B4E8-9721-D1723473C143}"/>
          </ac:spMkLst>
        </pc:spChg>
        <pc:spChg chg="mod">
          <ac:chgData name="diagramador@aprovasim.com" userId="08c27f4fd777aeb1" providerId="LiveId" clId="{6DA82D89-F719-4B18-ABAA-0D43E56AF532}" dt="2026-02-12T13:47:37.350" v="4456" actId="1076"/>
          <ac:spMkLst>
            <pc:docMk/>
            <pc:sldMk cId="3376136477" sldId="705"/>
            <ac:spMk id="5" creationId="{E529B4A5-0DD7-A769-1EE5-0549B04AABD1}"/>
          </ac:spMkLst>
        </pc:spChg>
        <pc:spChg chg="mod">
          <ac:chgData name="diagramador@aprovasim.com" userId="08c27f4fd777aeb1" providerId="LiveId" clId="{6DA82D89-F719-4B18-ABAA-0D43E56AF532}" dt="2026-02-12T13:47:35.225" v="4455" actId="1076"/>
          <ac:spMkLst>
            <pc:docMk/>
            <pc:sldMk cId="3376136477" sldId="705"/>
            <ac:spMk id="6" creationId="{A4DCEB2A-F0AD-1F71-9ECF-23EE0E8FF504}"/>
          </ac:spMkLst>
        </pc:spChg>
        <pc:picChg chg="add del mod">
          <ac:chgData name="diagramador@aprovasim.com" userId="08c27f4fd777aeb1" providerId="LiveId" clId="{6DA82D89-F719-4B18-ABAA-0D43E56AF532}" dt="2026-02-11T20:54:50.350" v="4411" actId="478"/>
          <ac:picMkLst>
            <pc:docMk/>
            <pc:sldMk cId="3376136477" sldId="705"/>
            <ac:picMk id="20482" creationId="{A9B93986-8D6B-C5C0-18CD-10C85CA4A62B}"/>
          </ac:picMkLst>
        </pc:picChg>
        <pc:picChg chg="add mod">
          <ac:chgData name="diagramador@aprovasim.com" userId="08c27f4fd777aeb1" providerId="LiveId" clId="{6DA82D89-F719-4B18-ABAA-0D43E56AF532}" dt="2026-02-11T20:56:27.705" v="4416" actId="732"/>
          <ac:picMkLst>
            <pc:docMk/>
            <pc:sldMk cId="3376136477" sldId="705"/>
            <ac:picMk id="20484" creationId="{B94086EB-2EAB-5D89-B6A6-0D6D719A24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6D114-1937-4C55-BF86-F4C020AE20B6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66082-62EF-4EF2-B22A-64B063CCC6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842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66082-62EF-4EF2-B22A-64B063CCC62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1703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531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66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5861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465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24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903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336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914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322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47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07116-AAC5-4A69-B50F-7FADCFFD150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14476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07116-AAC5-4A69-B50F-7FADCFFD150F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F6E9F-887C-44CC-AD15-3A89ED68BF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473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18723-6178-21FC-36D1-60762899D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CF3587-5D7A-DFC4-68EB-1C4748323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7369" y="4154521"/>
            <a:ext cx="4057262" cy="660076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  <a:latin typeface="Inter ExtraLight" panose="02000503000000020004" pitchFamily="2" charset="0"/>
                <a:ea typeface="Inter ExtraLight" panose="02000503000000020004" pitchFamily="2" charset="0"/>
              </a:rPr>
              <a:t>Nome do professor aqui</a:t>
            </a:r>
          </a:p>
        </p:txBody>
      </p:sp>
    </p:spTree>
    <p:extLst>
      <p:ext uri="{BB962C8B-B14F-4D97-AF65-F5344CB8AC3E}">
        <p14:creationId xmlns:p14="http://schemas.microsoft.com/office/powerpoint/2010/main" val="304818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AD2F24B-E9D7-CBE7-680B-3EE782AAC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241" y="3142644"/>
            <a:ext cx="9247517" cy="1325563"/>
          </a:xfrm>
        </p:spPr>
        <p:txBody>
          <a:bodyPr>
            <a:normAutofit fontScale="90000"/>
          </a:bodyPr>
          <a:lstStyle/>
          <a:p>
            <a:pPr algn="ctr">
              <a:lnSpc>
                <a:spcPts val="6200"/>
              </a:lnSpc>
            </a:pPr>
            <a:r>
              <a:rPr lang="pt-BR" sz="5600" b="1" dirty="0">
                <a:solidFill>
                  <a:srgbClr val="DC351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ATUALIDADES </a:t>
            </a:r>
            <a:br>
              <a:rPr lang="pt-BR" sz="5600" b="1" dirty="0">
                <a:solidFill>
                  <a:srgbClr val="DC351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</a:br>
            <a:r>
              <a:rPr lang="pt-BR" sz="4900" b="1" dirty="0">
                <a:solidFill>
                  <a:srgbClr val="DC3510"/>
                </a:solidFill>
                <a:latin typeface="Inter Black" panose="02000A03000000020004" pitchFamily="50" charset="0"/>
                <a:ea typeface="Inter Black" panose="02000A03000000020004" pitchFamily="50" charset="0"/>
                <a:cs typeface="Inter Black" panose="02000A03000000020004" pitchFamily="50" charset="0"/>
              </a:rPr>
              <a:t>MARÇO 2026</a:t>
            </a:r>
            <a:endParaRPr lang="pt-BR" sz="56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ítulo 5">
            <a:extLst>
              <a:ext uri="{FF2B5EF4-FFF2-40B4-BE49-F238E27FC236}">
                <a16:creationId xmlns:a16="http://schemas.microsoft.com/office/drawing/2014/main" id="{172D9D75-C376-F8A2-AE63-02891CB6C614}"/>
              </a:ext>
            </a:extLst>
          </p:cNvPr>
          <p:cNvSpPr txBox="1">
            <a:spLocks/>
          </p:cNvSpPr>
          <p:nvPr/>
        </p:nvSpPr>
        <p:spPr>
          <a:xfrm>
            <a:off x="3046561" y="2390507"/>
            <a:ext cx="6098876" cy="3860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Max Engler</a:t>
            </a:r>
          </a:p>
        </p:txBody>
      </p:sp>
    </p:spTree>
    <p:extLst>
      <p:ext uri="{BB962C8B-B14F-4D97-AF65-F5344CB8AC3E}">
        <p14:creationId xmlns:p14="http://schemas.microsoft.com/office/powerpoint/2010/main" val="3895221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6D75A-144F-A7C8-0E12-0C61B795D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eputados, Lula diz que convocar Guedes para o plenário é arriscado">
            <a:extLst>
              <a:ext uri="{FF2B5EF4-FFF2-40B4-BE49-F238E27FC236}">
                <a16:creationId xmlns:a16="http://schemas.microsoft.com/office/drawing/2014/main" id="{FD642594-9FC8-CD66-0C1F-A1CD178368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2304"/>
          <a:stretch>
            <a:fillRect/>
          </a:stretch>
        </p:blipFill>
        <p:spPr bwMode="auto">
          <a:xfrm>
            <a:off x="4195657" y="0"/>
            <a:ext cx="799634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DF46162-4949-9E9B-4273-235707108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8896786" cy="6858478"/>
          </a:xfrm>
          <a:custGeom>
            <a:avLst/>
            <a:gdLst>
              <a:gd name="connsiteX0" fmla="*/ 1472231 w 8896786"/>
              <a:gd name="connsiteY0" fmla="*/ 6858478 h 6858478"/>
              <a:gd name="connsiteX1" fmla="*/ 8896786 w 8896786"/>
              <a:gd name="connsiteY1" fmla="*/ 6858478 h 6858478"/>
              <a:gd name="connsiteX2" fmla="*/ 5720411 w 8896786"/>
              <a:gd name="connsiteY2" fmla="*/ 0 h 6858478"/>
              <a:gd name="connsiteX3" fmla="*/ 5714834 w 8896786"/>
              <a:gd name="connsiteY3" fmla="*/ 0 h 6858478"/>
              <a:gd name="connsiteX4" fmla="*/ 4648606 w 8896786"/>
              <a:gd name="connsiteY4" fmla="*/ 0 h 6858478"/>
              <a:gd name="connsiteX5" fmla="*/ 0 w 8896786"/>
              <a:gd name="connsiteY5" fmla="*/ 0 h 6858478"/>
              <a:gd name="connsiteX6" fmla="*/ 0 w 8896786"/>
              <a:gd name="connsiteY6" fmla="*/ 6857915 h 6858478"/>
              <a:gd name="connsiteX7" fmla="*/ 1472491 w 8896786"/>
              <a:gd name="connsiteY7" fmla="*/ 6857915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96786" h="6858478">
                <a:moveTo>
                  <a:pt x="1472231" y="6858478"/>
                </a:moveTo>
                <a:lnTo>
                  <a:pt x="8896786" y="6858478"/>
                </a:lnTo>
                <a:lnTo>
                  <a:pt x="5720411" y="0"/>
                </a:lnTo>
                <a:lnTo>
                  <a:pt x="5714834" y="0"/>
                </a:lnTo>
                <a:lnTo>
                  <a:pt x="4648606" y="0"/>
                </a:lnTo>
                <a:lnTo>
                  <a:pt x="0" y="0"/>
                </a:lnTo>
                <a:lnTo>
                  <a:pt x="0" y="6857915"/>
                </a:lnTo>
                <a:lnTo>
                  <a:pt x="1472491" y="6857915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D199B99-02DA-85A9-3F8C-6023685B6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9"/>
            <a:ext cx="8096249" cy="6858479"/>
          </a:xfrm>
          <a:custGeom>
            <a:avLst/>
            <a:gdLst>
              <a:gd name="connsiteX0" fmla="*/ 0 w 8096249"/>
              <a:gd name="connsiteY0" fmla="*/ 6858479 h 6858479"/>
              <a:gd name="connsiteX1" fmla="*/ 2130297 w 8096249"/>
              <a:gd name="connsiteY1" fmla="*/ 6858479 h 6858479"/>
              <a:gd name="connsiteX2" fmla="*/ 2130297 w 8096249"/>
              <a:gd name="connsiteY2" fmla="*/ 6858478 h 6858479"/>
              <a:gd name="connsiteX3" fmla="*/ 8096249 w 8096249"/>
              <a:gd name="connsiteY3" fmla="*/ 6858478 h 6858479"/>
              <a:gd name="connsiteX4" fmla="*/ 4919874 w 8096249"/>
              <a:gd name="connsiteY4" fmla="*/ 0 h 6858479"/>
              <a:gd name="connsiteX5" fmla="*/ 4914297 w 8096249"/>
              <a:gd name="connsiteY5" fmla="*/ 0 h 6858479"/>
              <a:gd name="connsiteX6" fmla="*/ 3848069 w 8096249"/>
              <a:gd name="connsiteY6" fmla="*/ 0 h 6858479"/>
              <a:gd name="connsiteX7" fmla="*/ 18197 w 8096249"/>
              <a:gd name="connsiteY7" fmla="*/ 0 h 6858479"/>
              <a:gd name="connsiteX8" fmla="*/ 18197 w 8096249"/>
              <a:gd name="connsiteY8" fmla="*/ 479 h 6858479"/>
              <a:gd name="connsiteX9" fmla="*/ 0 w 8096249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96249" h="6858479">
                <a:moveTo>
                  <a:pt x="0" y="6858479"/>
                </a:moveTo>
                <a:lnTo>
                  <a:pt x="2130297" y="6858479"/>
                </a:lnTo>
                <a:lnTo>
                  <a:pt x="2130297" y="6858478"/>
                </a:lnTo>
                <a:lnTo>
                  <a:pt x="8096249" y="6858478"/>
                </a:lnTo>
                <a:lnTo>
                  <a:pt x="4919874" y="0"/>
                </a:lnTo>
                <a:lnTo>
                  <a:pt x="4914297" y="0"/>
                </a:lnTo>
                <a:lnTo>
                  <a:pt x="3848069" y="0"/>
                </a:lnTo>
                <a:lnTo>
                  <a:pt x="18197" y="0"/>
                </a:lnTo>
                <a:lnTo>
                  <a:pt x="18197" y="479"/>
                </a:lnTo>
                <a:lnTo>
                  <a:pt x="0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6FC4CE2-33E5-6D0F-F849-E8AEF23B4B2F}"/>
              </a:ext>
            </a:extLst>
          </p:cNvPr>
          <p:cNvSpPr/>
          <p:nvPr/>
        </p:nvSpPr>
        <p:spPr>
          <a:xfrm>
            <a:off x="423322" y="2218412"/>
            <a:ext cx="5182348" cy="38775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 algn="just">
              <a:lnSpc>
                <a:spcPct val="108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pc="-20" dirty="0">
                <a:latin typeface="Verdana" panose="020B0604030504040204" pitchFamily="34" charset="0"/>
                <a:ea typeface="Verdana" panose="020B0604030504040204" pitchFamily="34" charset="0"/>
              </a:rPr>
              <a:t>Lula afirmou que o Brasil precisa se preparar melhor.</a:t>
            </a:r>
          </a:p>
          <a:p>
            <a:pPr marL="285750" indent="-285750" algn="just">
              <a:lnSpc>
                <a:spcPct val="108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pc="-20" dirty="0">
                <a:latin typeface="Verdana" panose="020B0604030504040204" pitchFamily="34" charset="0"/>
                <a:ea typeface="Verdana" panose="020B0604030504040204" pitchFamily="34" charset="0"/>
              </a:rPr>
              <a:t>Declaração ocorre em cenário de instabilidade global.</a:t>
            </a:r>
          </a:p>
          <a:p>
            <a:pPr marL="285750" indent="-285750" algn="just">
              <a:lnSpc>
                <a:spcPct val="108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pc="-20" dirty="0">
                <a:latin typeface="Verdana" panose="020B0604030504040204" pitchFamily="34" charset="0"/>
                <a:ea typeface="Verdana" panose="020B0604030504040204" pitchFamily="34" charset="0"/>
              </a:rPr>
              <a:t>Tema envolve Forças Armadas e capacidade de defesa.</a:t>
            </a:r>
          </a:p>
          <a:p>
            <a:pPr marL="285750" indent="-285750" algn="just">
              <a:lnSpc>
                <a:spcPct val="108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pc="-20" dirty="0">
                <a:latin typeface="Verdana" panose="020B0604030504040204" pitchFamily="34" charset="0"/>
                <a:ea typeface="Verdana" panose="020B0604030504040204" pitchFamily="34" charset="0"/>
              </a:rPr>
              <a:t>Países com recursos naturais ganham relevância estratégica.</a:t>
            </a:r>
          </a:p>
          <a:p>
            <a:pPr marL="285750" indent="-285750" algn="just">
              <a:lnSpc>
                <a:spcPct val="108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pc="-20" dirty="0">
                <a:latin typeface="Verdana" panose="020B0604030504040204" pitchFamily="34" charset="0"/>
                <a:ea typeface="Verdana" panose="020B0604030504040204" pitchFamily="34" charset="0"/>
              </a:rPr>
              <a:t>Debate sobre autonomia e segurança nacional se amplia.</a:t>
            </a:r>
            <a:endParaRPr lang="pt-BR" spc="-3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Imagem 1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8190944F-2ADF-F67E-B846-BD6024A3B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33" y="249490"/>
            <a:ext cx="1246848" cy="242416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51601C8-A419-43E8-27FA-C8417B406F14}"/>
              </a:ext>
            </a:extLst>
          </p:cNvPr>
          <p:cNvSpPr/>
          <p:nvPr/>
        </p:nvSpPr>
        <p:spPr>
          <a:xfrm>
            <a:off x="423321" y="905569"/>
            <a:ext cx="6453729" cy="979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just"/>
            <a:r>
              <a:rPr lang="pt-BR" sz="2400" b="1" dirty="0">
                <a:latin typeface="Verdana" panose="020B0604030504040204" pitchFamily="34" charset="0"/>
                <a:ea typeface="Verdana" panose="020B0604030504040204" pitchFamily="34" charset="0"/>
              </a:rPr>
              <a:t>LULA ALERTA SOBRE DEFESA E SOBERANIA NACIONAL</a:t>
            </a:r>
          </a:p>
        </p:txBody>
      </p:sp>
    </p:spTree>
    <p:extLst>
      <p:ext uri="{BB962C8B-B14F-4D97-AF65-F5344CB8AC3E}">
        <p14:creationId xmlns:p14="http://schemas.microsoft.com/office/powerpoint/2010/main" val="1999350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-2108297336"/>
</p:tagLst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14440</TotalTime>
  <Words>1826</Words>
  <Application>Microsoft Office PowerPoint</Application>
  <PresentationFormat>Widescreen</PresentationFormat>
  <Paragraphs>241</Paragraphs>
  <Slides>40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9" baseType="lpstr">
      <vt:lpstr>Aptos</vt:lpstr>
      <vt:lpstr>Arial</vt:lpstr>
      <vt:lpstr>Calibri</vt:lpstr>
      <vt:lpstr>Calibri Light</vt:lpstr>
      <vt:lpstr>Inter</vt:lpstr>
      <vt:lpstr>Inter Black</vt:lpstr>
      <vt:lpstr>Inter ExtraLight</vt:lpstr>
      <vt:lpstr>Verdana</vt:lpstr>
      <vt:lpstr>Office Theme</vt:lpstr>
      <vt:lpstr> </vt:lpstr>
      <vt:lpstr>ATUALIDADES  MARÇO 2026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Administrativo - Aprovasim</dc:creator>
  <cp:lastModifiedBy>diagramador@aprovasim.com</cp:lastModifiedBy>
  <cp:revision>283</cp:revision>
  <dcterms:created xsi:type="dcterms:W3CDTF">2022-10-04T12:44:15Z</dcterms:created>
  <dcterms:modified xsi:type="dcterms:W3CDTF">2026-04-07T16:22:52Z</dcterms:modified>
</cp:coreProperties>
</file>